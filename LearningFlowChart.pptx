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D48CBC-34CB-4DD7-ACA2-8F1760AC4EC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3B7635BC-4AB5-43DA-B615-7AE0C1CA63CB}">
      <dgm:prSet phldrT="[文字]" custT="1"/>
      <dgm:spPr/>
      <dgm:t>
        <a:bodyPr/>
        <a:lstStyle/>
        <a:p>
          <a:r>
            <a:rPr lang="en-US" altLang="zh-CN" sz="3600" b="1" dirty="0"/>
            <a:t>pandas</a:t>
          </a:r>
          <a:endParaRPr lang="zh-TW" altLang="en-US" sz="3600" b="1" dirty="0"/>
        </a:p>
      </dgm:t>
    </dgm:pt>
    <dgm:pt modelId="{FCCA2600-46CC-4484-B1C3-7C533227BB4C}" type="parTrans" cxnId="{18686C6C-CF13-4D60-A6A0-EC57EA99043F}">
      <dgm:prSet/>
      <dgm:spPr/>
      <dgm:t>
        <a:bodyPr/>
        <a:lstStyle/>
        <a:p>
          <a:endParaRPr lang="zh-TW" altLang="en-US" sz="3200" b="1"/>
        </a:p>
      </dgm:t>
    </dgm:pt>
    <dgm:pt modelId="{F4577074-422E-4070-9211-AD9077305B66}" type="sibTrans" cxnId="{18686C6C-CF13-4D60-A6A0-EC57EA99043F}">
      <dgm:prSet/>
      <dgm:spPr/>
      <dgm:t>
        <a:bodyPr/>
        <a:lstStyle/>
        <a:p>
          <a:endParaRPr lang="zh-TW" altLang="en-US" sz="3200" b="1"/>
        </a:p>
      </dgm:t>
    </dgm:pt>
    <dgm:pt modelId="{048FAC4E-E750-4815-8375-F5688B1AA4E6}">
      <dgm:prSet phldrT="[文字]" custT="1"/>
      <dgm:spPr/>
      <dgm:t>
        <a:bodyPr/>
        <a:lstStyle/>
        <a:p>
          <a:r>
            <a:rPr lang="zh-CN" altLang="en-US" sz="1400" b="1" dirty="0"/>
            <a:t>新增</a:t>
          </a:r>
          <a:endParaRPr lang="zh-TW" altLang="en-US" sz="1400" b="1" dirty="0"/>
        </a:p>
      </dgm:t>
    </dgm:pt>
    <dgm:pt modelId="{B3F1924A-75F4-451C-AFBC-F5A596FAD44C}" type="parTrans" cxnId="{BFE9DDA1-3FCE-409A-8A89-8B1C44685D21}">
      <dgm:prSet custT="1"/>
      <dgm:spPr/>
      <dgm:t>
        <a:bodyPr/>
        <a:lstStyle/>
        <a:p>
          <a:endParaRPr lang="zh-TW" altLang="en-US" sz="1100" b="1"/>
        </a:p>
      </dgm:t>
    </dgm:pt>
    <dgm:pt modelId="{3A485091-F3DD-4879-B0EE-FC4A9D9D67FF}" type="sibTrans" cxnId="{BFE9DDA1-3FCE-409A-8A89-8B1C44685D21}">
      <dgm:prSet/>
      <dgm:spPr/>
      <dgm:t>
        <a:bodyPr/>
        <a:lstStyle/>
        <a:p>
          <a:endParaRPr lang="zh-TW" altLang="en-US" sz="3200" b="1"/>
        </a:p>
      </dgm:t>
    </dgm:pt>
    <dgm:pt modelId="{953A691B-B284-4A98-BDA9-687FFED5CF84}">
      <dgm:prSet phldrT="[文字]" custT="1"/>
      <dgm:spPr/>
      <dgm:t>
        <a:bodyPr/>
        <a:lstStyle/>
        <a:p>
          <a:r>
            <a:rPr lang="zh-CN" altLang="en-US" sz="1400" b="1" dirty="0"/>
            <a:t>修改</a:t>
          </a:r>
          <a:endParaRPr lang="zh-TW" altLang="en-US" sz="1400" b="1" dirty="0"/>
        </a:p>
      </dgm:t>
    </dgm:pt>
    <dgm:pt modelId="{BED471F0-BC73-41F0-B09D-BBE36FB3EF16}" type="parTrans" cxnId="{396769C6-FFC8-4DA9-AD9B-6865EBBDF2B2}">
      <dgm:prSet custT="1"/>
      <dgm:spPr/>
      <dgm:t>
        <a:bodyPr/>
        <a:lstStyle/>
        <a:p>
          <a:endParaRPr lang="zh-TW" altLang="en-US" sz="900" b="1"/>
        </a:p>
      </dgm:t>
    </dgm:pt>
    <dgm:pt modelId="{ECF5D02D-0C79-4521-8B71-CED76041641A}" type="sibTrans" cxnId="{396769C6-FFC8-4DA9-AD9B-6865EBBDF2B2}">
      <dgm:prSet/>
      <dgm:spPr/>
      <dgm:t>
        <a:bodyPr/>
        <a:lstStyle/>
        <a:p>
          <a:endParaRPr lang="zh-TW" altLang="en-US" sz="3200" b="1"/>
        </a:p>
      </dgm:t>
    </dgm:pt>
    <dgm:pt modelId="{7E0F5EA2-EB20-40C6-BEA0-01E54BDD93A0}">
      <dgm:prSet phldrT="[文字]" custT="1"/>
      <dgm:spPr/>
      <dgm:t>
        <a:bodyPr/>
        <a:lstStyle/>
        <a:p>
          <a:r>
            <a:rPr lang="zh-CN" altLang="en-US" sz="1400" b="1" dirty="0"/>
            <a:t>刪除</a:t>
          </a:r>
          <a:endParaRPr lang="zh-TW" altLang="en-US" sz="1400" b="1" dirty="0"/>
        </a:p>
      </dgm:t>
    </dgm:pt>
    <dgm:pt modelId="{CABA5573-8458-48E1-B733-9EBC37EE0FA2}" type="parTrans" cxnId="{E0213B2E-9AF6-46C1-8A7C-206696A5130A}">
      <dgm:prSet custT="1"/>
      <dgm:spPr/>
      <dgm:t>
        <a:bodyPr/>
        <a:lstStyle/>
        <a:p>
          <a:endParaRPr lang="zh-TW" altLang="en-US" sz="900" b="1"/>
        </a:p>
      </dgm:t>
    </dgm:pt>
    <dgm:pt modelId="{376F132C-5108-4DCF-8C01-9A1820953D6A}" type="sibTrans" cxnId="{E0213B2E-9AF6-46C1-8A7C-206696A5130A}">
      <dgm:prSet/>
      <dgm:spPr/>
      <dgm:t>
        <a:bodyPr/>
        <a:lstStyle/>
        <a:p>
          <a:endParaRPr lang="zh-TW" altLang="en-US" sz="3200" b="1"/>
        </a:p>
      </dgm:t>
    </dgm:pt>
    <dgm:pt modelId="{8BF80CAF-B826-4309-BEAA-98E422376143}">
      <dgm:prSet phldrT="[文字]" custT="1"/>
      <dgm:spPr/>
      <dgm:t>
        <a:bodyPr/>
        <a:lstStyle/>
        <a:p>
          <a:r>
            <a:rPr lang="zh-CN" altLang="en-US" sz="1400" b="1" dirty="0"/>
            <a:t>查詢</a:t>
          </a:r>
          <a:endParaRPr lang="zh-TW" altLang="en-US" sz="1400" b="1" dirty="0"/>
        </a:p>
      </dgm:t>
    </dgm:pt>
    <dgm:pt modelId="{AD8E8B44-FFC4-427E-B5BF-160C667E4036}" type="parTrans" cxnId="{C670D610-B4E8-451A-A35F-DECF328F744B}">
      <dgm:prSet custT="1"/>
      <dgm:spPr/>
      <dgm:t>
        <a:bodyPr/>
        <a:lstStyle/>
        <a:p>
          <a:endParaRPr lang="zh-TW" altLang="en-US" sz="1100" b="1"/>
        </a:p>
      </dgm:t>
    </dgm:pt>
    <dgm:pt modelId="{6152CD14-8260-4C7C-B145-46794ED97815}" type="sibTrans" cxnId="{C670D610-B4E8-451A-A35F-DECF328F744B}">
      <dgm:prSet/>
      <dgm:spPr/>
      <dgm:t>
        <a:bodyPr/>
        <a:lstStyle/>
        <a:p>
          <a:endParaRPr lang="zh-TW" altLang="en-US" sz="3200" b="1"/>
        </a:p>
      </dgm:t>
    </dgm:pt>
    <dgm:pt modelId="{E50B7DFA-B3EE-4E6A-BBF2-18192D34034E}">
      <dgm:prSet custT="1"/>
      <dgm:spPr>
        <a:solidFill>
          <a:srgbClr val="FF0000"/>
        </a:solidFill>
      </dgm:spPr>
      <dgm:t>
        <a:bodyPr/>
        <a:lstStyle/>
        <a:p>
          <a:r>
            <a:rPr lang="zh-CN" altLang="en-US" sz="1400" b="1" dirty="0"/>
            <a:t>查詢</a:t>
          </a:r>
          <a:endParaRPr lang="zh-TW" altLang="en-US" sz="1400" b="1" dirty="0"/>
        </a:p>
      </dgm:t>
    </dgm:pt>
    <dgm:pt modelId="{FD4FCEB3-C095-4897-A937-1D043414C7C2}" type="parTrans" cxnId="{575FD36F-942B-474D-B35C-2331383D26B2}">
      <dgm:prSet custT="1"/>
      <dgm:spPr/>
      <dgm:t>
        <a:bodyPr/>
        <a:lstStyle/>
        <a:p>
          <a:endParaRPr lang="zh-TW" altLang="en-US" sz="900" b="1"/>
        </a:p>
      </dgm:t>
    </dgm:pt>
    <dgm:pt modelId="{66A65296-7321-4AC9-9911-5332DDF07DC6}" type="sibTrans" cxnId="{575FD36F-942B-474D-B35C-2331383D26B2}">
      <dgm:prSet/>
      <dgm:spPr/>
      <dgm:t>
        <a:bodyPr/>
        <a:lstStyle/>
        <a:p>
          <a:endParaRPr lang="zh-TW" altLang="en-US" sz="3200" b="1"/>
        </a:p>
      </dgm:t>
    </dgm:pt>
    <dgm:pt modelId="{7E85E0F5-F460-4656-804F-0C434BB1982C}">
      <dgm:prSet custT="1"/>
      <dgm:spPr>
        <a:solidFill>
          <a:srgbClr val="FF0000"/>
        </a:solidFill>
      </dgm:spPr>
      <dgm:t>
        <a:bodyPr/>
        <a:lstStyle/>
        <a:p>
          <a:r>
            <a:rPr lang="zh-CN" altLang="en-US" sz="1400" b="1" dirty="0"/>
            <a:t>計算</a:t>
          </a:r>
          <a:endParaRPr lang="zh-TW" altLang="en-US" sz="1400" b="1" dirty="0"/>
        </a:p>
      </dgm:t>
    </dgm:pt>
    <dgm:pt modelId="{50E35B8C-D04B-40C5-A582-4DFBC7E6A2B3}" type="parTrans" cxnId="{C6178E57-EA7B-4077-B5B1-B1266D542AC7}">
      <dgm:prSet custT="1"/>
      <dgm:spPr/>
      <dgm:t>
        <a:bodyPr/>
        <a:lstStyle/>
        <a:p>
          <a:endParaRPr lang="zh-TW" altLang="en-US" sz="900" b="1"/>
        </a:p>
      </dgm:t>
    </dgm:pt>
    <dgm:pt modelId="{A7E9DDBE-B5E4-4FE6-B968-AF37281CFAC1}" type="sibTrans" cxnId="{C6178E57-EA7B-4077-B5B1-B1266D542AC7}">
      <dgm:prSet/>
      <dgm:spPr/>
      <dgm:t>
        <a:bodyPr/>
        <a:lstStyle/>
        <a:p>
          <a:endParaRPr lang="zh-TW" altLang="en-US" sz="3200" b="1"/>
        </a:p>
      </dgm:t>
    </dgm:pt>
    <dgm:pt modelId="{909CE71E-BF86-47D3-B7D9-8393AFDEB116}">
      <dgm:prSet custT="1"/>
      <dgm:spPr>
        <a:solidFill>
          <a:srgbClr val="FF0000"/>
        </a:solidFill>
      </dgm:spPr>
      <dgm:t>
        <a:bodyPr/>
        <a:lstStyle/>
        <a:p>
          <a:r>
            <a:rPr lang="zh-CN" altLang="en-US" sz="1400" b="1" dirty="0"/>
            <a:t>分析</a:t>
          </a:r>
          <a:endParaRPr lang="zh-TW" altLang="en-US" sz="1400" b="1" dirty="0"/>
        </a:p>
      </dgm:t>
    </dgm:pt>
    <dgm:pt modelId="{8592EC3B-68A6-4FF0-9D3B-F138FFC73021}" type="parTrans" cxnId="{DF44583E-A966-4B0B-A1FA-981A9A48B4EA}">
      <dgm:prSet custT="1"/>
      <dgm:spPr/>
      <dgm:t>
        <a:bodyPr/>
        <a:lstStyle/>
        <a:p>
          <a:endParaRPr lang="zh-TW" altLang="en-US" sz="900" b="1"/>
        </a:p>
      </dgm:t>
    </dgm:pt>
    <dgm:pt modelId="{00899B46-9E25-43BF-8979-0DFC2068013A}" type="sibTrans" cxnId="{DF44583E-A966-4B0B-A1FA-981A9A48B4EA}">
      <dgm:prSet/>
      <dgm:spPr/>
      <dgm:t>
        <a:bodyPr/>
        <a:lstStyle/>
        <a:p>
          <a:endParaRPr lang="zh-TW" altLang="en-US" sz="3200" b="1"/>
        </a:p>
      </dgm:t>
    </dgm:pt>
    <dgm:pt modelId="{88D2D553-B0D9-4314-B86F-F43D17FF881F}">
      <dgm:prSet custT="1"/>
      <dgm:spPr>
        <a:solidFill>
          <a:srgbClr val="FF0000"/>
        </a:solidFill>
      </dgm:spPr>
      <dgm:t>
        <a:bodyPr/>
        <a:lstStyle/>
        <a:p>
          <a:r>
            <a:rPr lang="zh-CN" altLang="en-US" sz="1400" b="1" dirty="0"/>
            <a:t>視覺化</a:t>
          </a:r>
          <a:endParaRPr lang="zh-TW" altLang="en-US" sz="1400" b="1" dirty="0"/>
        </a:p>
      </dgm:t>
    </dgm:pt>
    <dgm:pt modelId="{F71969C0-988A-4227-BF5A-2C5F2C94B5E4}" type="parTrans" cxnId="{4336EA83-9D0E-4626-9C98-1D149249A853}">
      <dgm:prSet custT="1"/>
      <dgm:spPr/>
      <dgm:t>
        <a:bodyPr/>
        <a:lstStyle/>
        <a:p>
          <a:endParaRPr lang="zh-TW" altLang="en-US" sz="900" b="1"/>
        </a:p>
      </dgm:t>
    </dgm:pt>
    <dgm:pt modelId="{2EACAC09-0C65-4560-988A-2D6544A11F90}" type="sibTrans" cxnId="{4336EA83-9D0E-4626-9C98-1D149249A853}">
      <dgm:prSet/>
      <dgm:spPr/>
      <dgm:t>
        <a:bodyPr/>
        <a:lstStyle/>
        <a:p>
          <a:endParaRPr lang="zh-TW" altLang="en-US" sz="3200" b="1"/>
        </a:p>
      </dgm:t>
    </dgm:pt>
    <dgm:pt modelId="{51AA43FE-4441-4632-88DA-EB63C3B48E36}">
      <dgm:prSet custT="1"/>
      <dgm:spPr>
        <a:solidFill>
          <a:srgbClr val="0070C0"/>
        </a:solidFill>
      </dgm:spPr>
      <dgm:t>
        <a:bodyPr/>
        <a:lstStyle/>
        <a:p>
          <a:r>
            <a:rPr lang="zh-CN" altLang="en-US" sz="1400" b="1" dirty="0"/>
            <a:t>條件查詢</a:t>
          </a:r>
          <a:endParaRPr lang="zh-TW" altLang="en-US" sz="1400" b="1" dirty="0"/>
        </a:p>
      </dgm:t>
    </dgm:pt>
    <dgm:pt modelId="{9797AE37-5D14-48A6-82E7-31AEEC31F2E8}" type="parTrans" cxnId="{BB5D4D1B-1802-4261-8201-F496FCAA77CF}">
      <dgm:prSet custT="1"/>
      <dgm:spPr/>
      <dgm:t>
        <a:bodyPr/>
        <a:lstStyle/>
        <a:p>
          <a:endParaRPr lang="zh-TW" altLang="en-US" sz="900" b="1"/>
        </a:p>
      </dgm:t>
    </dgm:pt>
    <dgm:pt modelId="{BD8A8C20-355E-4C9D-BB04-EEBCEFF9F816}" type="sibTrans" cxnId="{BB5D4D1B-1802-4261-8201-F496FCAA77CF}">
      <dgm:prSet/>
      <dgm:spPr/>
      <dgm:t>
        <a:bodyPr/>
        <a:lstStyle/>
        <a:p>
          <a:endParaRPr lang="zh-TW" altLang="en-US" sz="3200" b="1"/>
        </a:p>
      </dgm:t>
    </dgm:pt>
    <dgm:pt modelId="{C9052A13-9250-440F-988B-F9E37D0E91EA}">
      <dgm:prSet custT="1"/>
      <dgm:spPr>
        <a:solidFill>
          <a:srgbClr val="0070C0"/>
        </a:solidFill>
      </dgm:spPr>
      <dgm:t>
        <a:bodyPr/>
        <a:lstStyle/>
        <a:p>
          <a:r>
            <a:rPr lang="zh-CN" altLang="en-US" sz="1400" b="1" dirty="0"/>
            <a:t>關鍵字查詢</a:t>
          </a:r>
          <a:endParaRPr lang="zh-TW" altLang="en-US" sz="1400" b="1" dirty="0"/>
        </a:p>
      </dgm:t>
    </dgm:pt>
    <dgm:pt modelId="{EE94BAEC-0BFB-4E00-A903-1E58F6C3201B}" type="parTrans" cxnId="{D332DCB6-2626-467D-AD0F-A75FA389C2A4}">
      <dgm:prSet custT="1"/>
      <dgm:spPr/>
      <dgm:t>
        <a:bodyPr/>
        <a:lstStyle/>
        <a:p>
          <a:endParaRPr lang="zh-TW" altLang="en-US" sz="900" b="1"/>
        </a:p>
      </dgm:t>
    </dgm:pt>
    <dgm:pt modelId="{AACE096E-1D48-4A23-BDB5-D6687DF1A409}" type="sibTrans" cxnId="{D332DCB6-2626-467D-AD0F-A75FA389C2A4}">
      <dgm:prSet/>
      <dgm:spPr/>
      <dgm:t>
        <a:bodyPr/>
        <a:lstStyle/>
        <a:p>
          <a:endParaRPr lang="zh-TW" altLang="en-US" sz="3200" b="1"/>
        </a:p>
      </dgm:t>
    </dgm:pt>
    <dgm:pt modelId="{592F663C-1C60-4BD2-A89E-FFFEEC4F5250}">
      <dgm:prSet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sz="1400" b="1" dirty="0"/>
            <a:t>新增欄位，新增列</a:t>
          </a:r>
          <a:endParaRPr lang="zh-TW" altLang="en-US" sz="1400" b="1" dirty="0"/>
        </a:p>
      </dgm:t>
    </dgm:pt>
    <dgm:pt modelId="{EF1A4C01-7394-4897-9B0D-D33E211A5F98}" type="parTrans" cxnId="{97BA1DBA-A691-49AA-A6CA-DACCE738B201}">
      <dgm:prSet custT="1"/>
      <dgm:spPr/>
      <dgm:t>
        <a:bodyPr/>
        <a:lstStyle/>
        <a:p>
          <a:endParaRPr lang="zh-TW" altLang="en-US" sz="900" b="1"/>
        </a:p>
      </dgm:t>
    </dgm:pt>
    <dgm:pt modelId="{18F0575B-77CC-46FA-B242-C5C750E51DF6}" type="sibTrans" cxnId="{97BA1DBA-A691-49AA-A6CA-DACCE738B201}">
      <dgm:prSet/>
      <dgm:spPr/>
      <dgm:t>
        <a:bodyPr/>
        <a:lstStyle/>
        <a:p>
          <a:endParaRPr lang="zh-TW" altLang="en-US" sz="3200" b="1"/>
        </a:p>
      </dgm:t>
    </dgm:pt>
    <dgm:pt modelId="{10C947B3-8AF7-4FB9-8018-D5A20C1BB67B}">
      <dgm:prSet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sz="1400" b="1" dirty="0"/>
            <a:t>資料合併</a:t>
          </a:r>
          <a:endParaRPr lang="zh-TW" altLang="en-US" sz="1400" b="1" dirty="0"/>
        </a:p>
      </dgm:t>
    </dgm:pt>
    <dgm:pt modelId="{6D6D2D8A-2858-4B68-B25C-921A9B236D0C}" type="parTrans" cxnId="{38CAC9C4-86E4-4338-9E4C-F77DB630C9C6}">
      <dgm:prSet custT="1"/>
      <dgm:spPr/>
      <dgm:t>
        <a:bodyPr/>
        <a:lstStyle/>
        <a:p>
          <a:endParaRPr lang="zh-TW" altLang="en-US" sz="900" b="1"/>
        </a:p>
      </dgm:t>
    </dgm:pt>
    <dgm:pt modelId="{4EF0C857-D183-4D98-ABFE-081190CAF9B7}" type="sibTrans" cxnId="{38CAC9C4-86E4-4338-9E4C-F77DB630C9C6}">
      <dgm:prSet/>
      <dgm:spPr/>
      <dgm:t>
        <a:bodyPr/>
        <a:lstStyle/>
        <a:p>
          <a:endParaRPr lang="zh-TW" altLang="en-US" sz="3200" b="1"/>
        </a:p>
      </dgm:t>
    </dgm:pt>
    <dgm:pt modelId="{8FD9D1B9-778F-4A24-8B04-1A58E61A465E}">
      <dgm:prSet custT="1"/>
      <dgm:spPr>
        <a:solidFill>
          <a:srgbClr val="0070C0"/>
        </a:solidFill>
      </dgm:spPr>
      <dgm:t>
        <a:bodyPr/>
        <a:lstStyle/>
        <a:p>
          <a:r>
            <a:rPr lang="zh-CN" altLang="en-US" sz="1400" b="1" dirty="0"/>
            <a:t>修改欄位，修改列</a:t>
          </a:r>
          <a:endParaRPr lang="zh-TW" altLang="en-US" sz="1400" b="1" dirty="0"/>
        </a:p>
      </dgm:t>
    </dgm:pt>
    <dgm:pt modelId="{95345720-FEB3-42A1-AB79-8920AA93C57D}" type="parTrans" cxnId="{04A1F62B-2DD2-4CC2-8953-318A5222E70A}">
      <dgm:prSet custT="1"/>
      <dgm:spPr/>
      <dgm:t>
        <a:bodyPr/>
        <a:lstStyle/>
        <a:p>
          <a:endParaRPr lang="zh-TW" altLang="en-US" sz="900" b="1"/>
        </a:p>
      </dgm:t>
    </dgm:pt>
    <dgm:pt modelId="{72E13560-9C0B-4B36-9873-4101AB947B33}" type="sibTrans" cxnId="{04A1F62B-2DD2-4CC2-8953-318A5222E70A}">
      <dgm:prSet/>
      <dgm:spPr/>
      <dgm:t>
        <a:bodyPr/>
        <a:lstStyle/>
        <a:p>
          <a:endParaRPr lang="zh-TW" altLang="en-US" sz="3200" b="1"/>
        </a:p>
      </dgm:t>
    </dgm:pt>
    <dgm:pt modelId="{96D20432-03DD-4506-98EE-F73EF6B2D70B}">
      <dgm:prSet custT="1"/>
      <dgm:spPr>
        <a:solidFill>
          <a:srgbClr val="0070C0"/>
        </a:solidFill>
      </dgm:spPr>
      <dgm:t>
        <a:bodyPr/>
        <a:lstStyle/>
        <a:p>
          <a:r>
            <a:rPr lang="zh-CN" altLang="en-US" sz="1400" b="1" dirty="0"/>
            <a:t>修改缺值</a:t>
          </a:r>
          <a:endParaRPr lang="zh-TW" altLang="en-US" sz="1400" b="1" dirty="0"/>
        </a:p>
      </dgm:t>
    </dgm:pt>
    <dgm:pt modelId="{618033E5-E257-4132-B76A-B30BBE600BD7}" type="parTrans" cxnId="{C2E7B929-33FF-4FE4-BBA1-DEA66A480D8B}">
      <dgm:prSet custT="1"/>
      <dgm:spPr/>
      <dgm:t>
        <a:bodyPr/>
        <a:lstStyle/>
        <a:p>
          <a:endParaRPr lang="zh-TW" altLang="en-US" sz="900" b="1"/>
        </a:p>
      </dgm:t>
    </dgm:pt>
    <dgm:pt modelId="{F83E32CC-EC30-4588-8BC5-B0EF0B6D0117}" type="sibTrans" cxnId="{C2E7B929-33FF-4FE4-BBA1-DEA66A480D8B}">
      <dgm:prSet/>
      <dgm:spPr/>
      <dgm:t>
        <a:bodyPr/>
        <a:lstStyle/>
        <a:p>
          <a:endParaRPr lang="zh-TW" altLang="en-US" sz="3200" b="1"/>
        </a:p>
      </dgm:t>
    </dgm:pt>
    <dgm:pt modelId="{4E866EB2-820A-44B7-8F1A-2979536024BA}">
      <dgm:prSet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sz="1400" b="1" dirty="0"/>
            <a:t>刪除欄位，刪除列</a:t>
          </a:r>
          <a:endParaRPr lang="zh-TW" altLang="en-US" sz="1400" b="1" dirty="0"/>
        </a:p>
      </dgm:t>
    </dgm:pt>
    <dgm:pt modelId="{C6F82799-3528-41AF-9317-924E30230F61}" type="parTrans" cxnId="{490E277B-C8E3-4A6A-B976-3396F74A2AA2}">
      <dgm:prSet custT="1"/>
      <dgm:spPr/>
      <dgm:t>
        <a:bodyPr/>
        <a:lstStyle/>
        <a:p>
          <a:endParaRPr lang="zh-TW" altLang="en-US" sz="900" b="1"/>
        </a:p>
      </dgm:t>
    </dgm:pt>
    <dgm:pt modelId="{08FA48FE-D549-4359-889B-E69CBE7DAE2B}" type="sibTrans" cxnId="{490E277B-C8E3-4A6A-B976-3396F74A2AA2}">
      <dgm:prSet/>
      <dgm:spPr/>
      <dgm:t>
        <a:bodyPr/>
        <a:lstStyle/>
        <a:p>
          <a:endParaRPr lang="zh-TW" altLang="en-US" sz="3200" b="1"/>
        </a:p>
      </dgm:t>
    </dgm:pt>
    <dgm:pt modelId="{2BC1157E-1196-49FB-A315-F17A505E6F7B}">
      <dgm:prSet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sz="1400" b="1" dirty="0"/>
            <a:t>刪除缺值</a:t>
          </a:r>
          <a:endParaRPr lang="zh-TW" altLang="en-US" sz="1400" b="1" dirty="0"/>
        </a:p>
      </dgm:t>
    </dgm:pt>
    <dgm:pt modelId="{4CD3F8B9-1638-46ED-8F80-18ADE73371BA}" type="parTrans" cxnId="{E0FA04D3-52D7-4CD7-8BE8-8F015A1EF6BB}">
      <dgm:prSet custT="1"/>
      <dgm:spPr/>
      <dgm:t>
        <a:bodyPr/>
        <a:lstStyle/>
        <a:p>
          <a:endParaRPr lang="zh-TW" altLang="en-US" sz="900" b="1"/>
        </a:p>
      </dgm:t>
    </dgm:pt>
    <dgm:pt modelId="{DEBCCF11-CBAF-4B77-978C-0238D68EE295}" type="sibTrans" cxnId="{E0FA04D3-52D7-4CD7-8BE8-8F015A1EF6BB}">
      <dgm:prSet/>
      <dgm:spPr/>
      <dgm:t>
        <a:bodyPr/>
        <a:lstStyle/>
        <a:p>
          <a:endParaRPr lang="zh-TW" altLang="en-US" sz="3200" b="1"/>
        </a:p>
      </dgm:t>
    </dgm:pt>
    <dgm:pt modelId="{88C5FA47-C2F6-4F2C-B587-29B486C70EDA}">
      <dgm:prSet custT="1"/>
      <dgm:spPr>
        <a:solidFill>
          <a:srgbClr val="7030A0"/>
        </a:solidFill>
      </dgm:spPr>
      <dgm:t>
        <a:bodyPr/>
        <a:lstStyle/>
        <a:p>
          <a:r>
            <a:rPr lang="en-US" sz="1400" b="1" i="0" dirty="0"/>
            <a:t>.</a:t>
          </a:r>
          <a:r>
            <a:rPr lang="en-US" sz="1400" b="1" i="0" dirty="0" err="1"/>
            <a:t>str.contains</a:t>
          </a:r>
          <a:r>
            <a:rPr lang="en-US" sz="1400" b="1" i="0" dirty="0"/>
            <a:t>()</a:t>
          </a:r>
          <a:endParaRPr lang="zh-TW" altLang="en-US" sz="1400" b="1" dirty="0"/>
        </a:p>
      </dgm:t>
    </dgm:pt>
    <dgm:pt modelId="{E72A1C2F-6DD0-42B6-BE12-18EF30927D8F}" type="parTrans" cxnId="{2AC3571D-3191-48E4-8042-7E33992EDE77}">
      <dgm:prSet custT="1"/>
      <dgm:spPr/>
      <dgm:t>
        <a:bodyPr/>
        <a:lstStyle/>
        <a:p>
          <a:endParaRPr lang="zh-TW" altLang="en-US" sz="900" b="1"/>
        </a:p>
      </dgm:t>
    </dgm:pt>
    <dgm:pt modelId="{0F527C9D-EA5A-45F6-A84E-745EE5A36798}" type="sibTrans" cxnId="{2AC3571D-3191-48E4-8042-7E33992EDE77}">
      <dgm:prSet/>
      <dgm:spPr/>
      <dgm:t>
        <a:bodyPr/>
        <a:lstStyle/>
        <a:p>
          <a:endParaRPr lang="zh-TW" altLang="en-US" sz="3200" b="1"/>
        </a:p>
      </dgm:t>
    </dgm:pt>
    <dgm:pt modelId="{F5F98026-38D1-49B1-A08D-728D2876CDF6}">
      <dgm:prSet custT="1"/>
      <dgm:spPr>
        <a:solidFill>
          <a:srgbClr val="0070C0"/>
        </a:solidFill>
      </dgm:spPr>
      <dgm:t>
        <a:bodyPr/>
        <a:lstStyle/>
        <a:p>
          <a:r>
            <a:rPr lang="zh-CN" altLang="en-US" sz="1400" b="1" dirty="0"/>
            <a:t>交叉分析</a:t>
          </a:r>
          <a:endParaRPr lang="zh-TW" altLang="en-US" sz="1400" b="1" dirty="0"/>
        </a:p>
      </dgm:t>
    </dgm:pt>
    <dgm:pt modelId="{0D2DE31D-066E-4A99-8072-A460DE831406}" type="parTrans" cxnId="{8F8D5337-E12F-448A-BAB3-50986C8537C8}">
      <dgm:prSet custT="1"/>
      <dgm:spPr/>
      <dgm:t>
        <a:bodyPr/>
        <a:lstStyle/>
        <a:p>
          <a:endParaRPr lang="zh-TW" altLang="en-US" sz="900" b="1"/>
        </a:p>
      </dgm:t>
    </dgm:pt>
    <dgm:pt modelId="{4E52BA67-5B6A-4174-8990-CD0166B18E54}" type="sibTrans" cxnId="{8F8D5337-E12F-448A-BAB3-50986C8537C8}">
      <dgm:prSet/>
      <dgm:spPr/>
      <dgm:t>
        <a:bodyPr/>
        <a:lstStyle/>
        <a:p>
          <a:endParaRPr lang="zh-TW" altLang="en-US" sz="3200" b="1"/>
        </a:p>
      </dgm:t>
    </dgm:pt>
    <dgm:pt modelId="{9C993554-6543-414C-9EA2-D677117D1E0C}">
      <dgm:prSet custT="1"/>
      <dgm:spPr>
        <a:solidFill>
          <a:srgbClr val="C00000"/>
        </a:solidFill>
      </dgm:spPr>
      <dgm:t>
        <a:bodyPr/>
        <a:lstStyle/>
        <a:p>
          <a:r>
            <a:rPr lang="zh-CN" altLang="en-US" sz="1400" b="1" dirty="0"/>
            <a:t>普通計算：</a:t>
          </a:r>
          <a:br>
            <a:rPr lang="en-US" altLang="zh-CN" sz="1400" b="1" dirty="0"/>
          </a:br>
          <a:r>
            <a:rPr lang="en-US" altLang="zh-CN" sz="1400" b="1" dirty="0"/>
            <a:t>Axis</a:t>
          </a:r>
          <a:r>
            <a:rPr lang="zh-CN" altLang="en-US" sz="1400" b="1" dirty="0"/>
            <a:t>，欄計算，列計算</a:t>
          </a:r>
          <a:endParaRPr lang="zh-TW" altLang="en-US" sz="1400" b="1" dirty="0"/>
        </a:p>
      </dgm:t>
    </dgm:pt>
    <dgm:pt modelId="{CD17E10C-C605-4E9F-92A9-941977F01C73}" type="parTrans" cxnId="{863A26E2-5BF1-4ABD-8151-24465445F55E}">
      <dgm:prSet custT="1"/>
      <dgm:spPr/>
      <dgm:t>
        <a:bodyPr/>
        <a:lstStyle/>
        <a:p>
          <a:endParaRPr lang="zh-TW" altLang="en-US" sz="900" b="1"/>
        </a:p>
      </dgm:t>
    </dgm:pt>
    <dgm:pt modelId="{1081036A-F18B-4588-80E6-BBE29AE452EB}" type="sibTrans" cxnId="{863A26E2-5BF1-4ABD-8151-24465445F55E}">
      <dgm:prSet/>
      <dgm:spPr/>
      <dgm:t>
        <a:bodyPr/>
        <a:lstStyle/>
        <a:p>
          <a:endParaRPr lang="zh-TW" altLang="en-US" sz="3200" b="1"/>
        </a:p>
      </dgm:t>
    </dgm:pt>
    <dgm:pt modelId="{B43370F6-5DB6-48E7-9BE5-BE1E2C52060D}">
      <dgm:prSet custT="1"/>
      <dgm:spPr>
        <a:solidFill>
          <a:srgbClr val="0070C0"/>
        </a:solidFill>
      </dgm:spPr>
      <dgm:t>
        <a:bodyPr/>
        <a:lstStyle/>
        <a:p>
          <a:r>
            <a:rPr lang="zh-CN" altLang="en-US" sz="1400" b="1" dirty="0"/>
            <a:t>排序查詢</a:t>
          </a:r>
          <a:endParaRPr lang="zh-TW" altLang="en-US" sz="1400" b="1" dirty="0"/>
        </a:p>
      </dgm:t>
    </dgm:pt>
    <dgm:pt modelId="{8D087674-D0D0-4F80-B80E-FAA76746B48A}" type="parTrans" cxnId="{6949EE32-8AB5-40AF-A1D6-5B5C1F3F1BB9}">
      <dgm:prSet custT="1"/>
      <dgm:spPr/>
      <dgm:t>
        <a:bodyPr/>
        <a:lstStyle/>
        <a:p>
          <a:endParaRPr lang="zh-TW" altLang="en-US" sz="900" b="1"/>
        </a:p>
      </dgm:t>
    </dgm:pt>
    <dgm:pt modelId="{A83A45A3-6DB3-4C8C-B251-6072A16C84E5}" type="sibTrans" cxnId="{6949EE32-8AB5-40AF-A1D6-5B5C1F3F1BB9}">
      <dgm:prSet/>
      <dgm:spPr/>
      <dgm:t>
        <a:bodyPr/>
        <a:lstStyle/>
        <a:p>
          <a:endParaRPr lang="zh-TW" altLang="en-US" sz="3200" b="1"/>
        </a:p>
      </dgm:t>
    </dgm:pt>
    <dgm:pt modelId="{692E34A9-B1A3-464F-917B-3D849BC36261}">
      <dgm:prSet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二步驟條件查詢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EED46F4B-E8DD-4390-934F-FA87BE5D1D1F}" type="parTrans" cxnId="{2A8C0B18-1FA0-4482-B9E9-69D67C0E6F1B}">
      <dgm:prSet custT="1"/>
      <dgm:spPr/>
      <dgm:t>
        <a:bodyPr/>
        <a:lstStyle/>
        <a:p>
          <a:endParaRPr lang="zh-TW" altLang="en-US" sz="900" b="1"/>
        </a:p>
      </dgm:t>
    </dgm:pt>
    <dgm:pt modelId="{CD6C1A4D-A452-452B-A229-AA010ADAAC2A}" type="sibTrans" cxnId="{2A8C0B18-1FA0-4482-B9E9-69D67C0E6F1B}">
      <dgm:prSet/>
      <dgm:spPr/>
      <dgm:t>
        <a:bodyPr/>
        <a:lstStyle/>
        <a:p>
          <a:endParaRPr lang="zh-TW" altLang="en-US" sz="3200" b="1"/>
        </a:p>
      </dgm:t>
    </dgm:pt>
    <dgm:pt modelId="{CB2855E3-1077-4AAA-AC0B-B4818CE62ADC}">
      <dgm:prSet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 err="1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Df.query</a:t>
          </a: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()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260CA2B2-64B4-4740-A391-CE188E26B2DF}" type="parTrans" cxnId="{C71788FB-FBB9-458A-BBDF-DC1154DC0D0E}">
      <dgm:prSet custT="1"/>
      <dgm:spPr/>
      <dgm:t>
        <a:bodyPr/>
        <a:lstStyle/>
        <a:p>
          <a:endParaRPr lang="zh-TW" altLang="en-US" sz="900" b="1"/>
        </a:p>
      </dgm:t>
    </dgm:pt>
    <dgm:pt modelId="{DDDA2CC6-8108-45A7-93C6-8202CEBCA6BA}" type="sibTrans" cxnId="{C71788FB-FBB9-458A-BBDF-DC1154DC0D0E}">
      <dgm:prSet/>
      <dgm:spPr/>
      <dgm:t>
        <a:bodyPr/>
        <a:lstStyle/>
        <a:p>
          <a:endParaRPr lang="zh-TW" altLang="en-US" sz="3200" b="1"/>
        </a:p>
      </dgm:t>
    </dgm:pt>
    <dgm:pt modelId="{593A0B31-39D1-472B-BFB9-79B329F6642F}">
      <dgm:prSet custT="1"/>
      <dgm:spPr>
        <a:solidFill>
          <a:srgbClr val="C00000"/>
        </a:solidFill>
      </dgm:spPr>
      <dgm:t>
        <a:bodyPr/>
        <a:lstStyle/>
        <a:p>
          <a:r>
            <a:rPr lang="zh-CN" altLang="en-US" sz="1400" b="1" dirty="0"/>
            <a:t>進階計算：自訂映射</a:t>
          </a:r>
          <a:r>
            <a:rPr lang="zh-CN" altLang="en-US" sz="1200" b="1" dirty="0"/>
            <a:t>函數</a:t>
          </a:r>
          <a:endParaRPr lang="zh-TW" altLang="en-US" sz="1400" b="1" dirty="0"/>
        </a:p>
      </dgm:t>
    </dgm:pt>
    <dgm:pt modelId="{5A53E972-9F49-4291-B150-5B751608CC5C}" type="parTrans" cxnId="{27C24DB4-170E-4F46-B56E-831634DE3156}">
      <dgm:prSet custT="1"/>
      <dgm:spPr/>
      <dgm:t>
        <a:bodyPr/>
        <a:lstStyle/>
        <a:p>
          <a:endParaRPr lang="zh-TW" altLang="en-US" sz="900" b="1"/>
        </a:p>
      </dgm:t>
    </dgm:pt>
    <dgm:pt modelId="{AF6ADC8D-0685-4B5C-AE74-38D8B6E4C752}" type="sibTrans" cxnId="{27C24DB4-170E-4F46-B56E-831634DE3156}">
      <dgm:prSet/>
      <dgm:spPr/>
      <dgm:t>
        <a:bodyPr/>
        <a:lstStyle/>
        <a:p>
          <a:endParaRPr lang="zh-TW" altLang="en-US" sz="3200" b="1"/>
        </a:p>
      </dgm:t>
    </dgm:pt>
    <dgm:pt modelId="{86EFB58A-AB37-463E-BD85-B8702165B454}">
      <dgm:prSet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map,applymap,apply</a:t>
          </a:r>
          <a:r>
            <a:rPr lang="zh-TW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迴圈計算</a:t>
          </a:r>
        </a:p>
      </dgm:t>
    </dgm:pt>
    <dgm:pt modelId="{5509352C-24AD-4655-87AA-835BC96B0B41}" type="parTrans" cxnId="{7F97C16E-A558-4A8F-9327-EB977D0B84CC}">
      <dgm:prSet custT="1"/>
      <dgm:spPr/>
      <dgm:t>
        <a:bodyPr/>
        <a:lstStyle/>
        <a:p>
          <a:endParaRPr lang="zh-TW" altLang="en-US" sz="900" b="1"/>
        </a:p>
      </dgm:t>
    </dgm:pt>
    <dgm:pt modelId="{B27F241E-3787-4606-A2B0-8D6B110477E4}" type="sibTrans" cxnId="{7F97C16E-A558-4A8F-9327-EB977D0B84CC}">
      <dgm:prSet/>
      <dgm:spPr/>
      <dgm:t>
        <a:bodyPr/>
        <a:lstStyle/>
        <a:p>
          <a:endParaRPr lang="zh-TW" altLang="en-US" sz="3200" b="1"/>
        </a:p>
      </dgm:t>
    </dgm:pt>
    <dgm:pt modelId="{241BCBEE-066A-4E39-904E-E670FBC4AF98}">
      <dgm:prSet custT="1"/>
      <dgm:spPr>
        <a:solidFill>
          <a:srgbClr val="7030A0"/>
        </a:solidFill>
      </dgm:spPr>
      <dgm:t>
        <a:bodyPr/>
        <a:lstStyle/>
        <a:p>
          <a:r>
            <a:rPr lang="en-US" altLang="zh-CN" sz="1400" b="1" dirty="0"/>
            <a:t>max</a:t>
          </a:r>
          <a:r>
            <a:rPr lang="zh-CN" altLang="en-US" sz="1400" b="1" dirty="0"/>
            <a:t>，</a:t>
          </a:r>
          <a:r>
            <a:rPr lang="en-US" altLang="zh-CN" sz="1400" b="1" dirty="0"/>
            <a:t>min</a:t>
          </a:r>
          <a:r>
            <a:rPr lang="zh-CN" altLang="en-US" sz="1400" b="1" dirty="0"/>
            <a:t>，</a:t>
          </a:r>
          <a:r>
            <a:rPr lang="en-US" altLang="zh-CN" sz="1400" b="1" dirty="0"/>
            <a:t>mean</a:t>
          </a:r>
          <a:r>
            <a:rPr lang="zh-CN" altLang="en-US" sz="1400" b="1" dirty="0"/>
            <a:t>，</a:t>
          </a:r>
          <a:r>
            <a:rPr lang="en-US" altLang="zh-CN" sz="1400" b="1" dirty="0"/>
            <a:t>sum, std</a:t>
          </a:r>
          <a:r>
            <a:rPr lang="zh-TW" altLang="zh-CN" sz="1400" b="1" dirty="0"/>
            <a:t>，</a:t>
          </a:r>
          <a:r>
            <a:rPr lang="en-US" altLang="zh-CN" sz="1400" b="1" dirty="0"/>
            <a:t>median</a:t>
          </a:r>
          <a:endParaRPr lang="zh-TW" altLang="en-US" sz="1400" b="1" dirty="0"/>
        </a:p>
      </dgm:t>
    </dgm:pt>
    <dgm:pt modelId="{3347E179-88EF-419E-BDB1-CF4C8F7F720D}" type="parTrans" cxnId="{664B483C-284D-4964-9747-029D3AD7E5D3}">
      <dgm:prSet custT="1"/>
      <dgm:spPr/>
      <dgm:t>
        <a:bodyPr/>
        <a:lstStyle/>
        <a:p>
          <a:endParaRPr lang="zh-TW" altLang="en-US" sz="900" b="1"/>
        </a:p>
      </dgm:t>
    </dgm:pt>
    <dgm:pt modelId="{6276D14B-EB6D-4DB3-93B4-73E48CB3FF0C}" type="sibTrans" cxnId="{664B483C-284D-4964-9747-029D3AD7E5D3}">
      <dgm:prSet/>
      <dgm:spPr/>
      <dgm:t>
        <a:bodyPr/>
        <a:lstStyle/>
        <a:p>
          <a:endParaRPr lang="zh-TW" altLang="en-US" sz="3200" b="1"/>
        </a:p>
      </dgm:t>
    </dgm:pt>
    <dgm:pt modelId="{46572DFA-789A-43A5-9813-1821D606605D}">
      <dgm:prSet custT="1"/>
      <dgm:spPr>
        <a:solidFill>
          <a:srgbClr val="7030A0"/>
        </a:solidFill>
      </dgm:spPr>
      <dgm:t>
        <a:bodyPr/>
        <a:lstStyle/>
        <a:p>
          <a:r>
            <a:rPr lang="en-US" altLang="en-US" sz="1400" b="1" dirty="0" err="1"/>
            <a:t>groupby</a:t>
          </a:r>
          <a:r>
            <a:rPr lang="en-US" altLang="en-US" sz="1400" b="1" dirty="0"/>
            <a:t>...unstack</a:t>
          </a:r>
          <a:endParaRPr lang="zh-TW" altLang="en-US" sz="1400" b="1" dirty="0"/>
        </a:p>
      </dgm:t>
    </dgm:pt>
    <dgm:pt modelId="{AD5489D1-4991-439A-A759-08852B09CE49}" type="parTrans" cxnId="{18BCAA57-5D6D-46E7-8099-4DF09AE8DD3F}">
      <dgm:prSet custT="1"/>
      <dgm:spPr/>
      <dgm:t>
        <a:bodyPr/>
        <a:lstStyle/>
        <a:p>
          <a:endParaRPr lang="zh-TW" altLang="en-US" sz="900" b="1"/>
        </a:p>
      </dgm:t>
    </dgm:pt>
    <dgm:pt modelId="{2F367C1E-1CC8-4D11-9EFE-E061FA6C0043}" type="sibTrans" cxnId="{18BCAA57-5D6D-46E7-8099-4DF09AE8DD3F}">
      <dgm:prSet/>
      <dgm:spPr/>
      <dgm:t>
        <a:bodyPr/>
        <a:lstStyle/>
        <a:p>
          <a:endParaRPr lang="zh-TW" altLang="en-US" sz="3200" b="1"/>
        </a:p>
      </dgm:t>
    </dgm:pt>
    <dgm:pt modelId="{2D55CE15-12C4-41DC-AB85-C8DBF398A0D6}">
      <dgm:prSet custT="1"/>
      <dgm:spPr>
        <a:solidFill>
          <a:srgbClr val="7030A0"/>
        </a:solidFill>
      </dgm:spPr>
      <dgm:t>
        <a:bodyPr/>
        <a:lstStyle/>
        <a:p>
          <a:r>
            <a:rPr lang="en-US" altLang="en-US" sz="1400" b="1" dirty="0"/>
            <a:t>pivot_table</a:t>
          </a:r>
          <a:endParaRPr lang="zh-TW" altLang="en-US" sz="1400" b="1" dirty="0"/>
        </a:p>
      </dgm:t>
    </dgm:pt>
    <dgm:pt modelId="{E51419CB-D384-424E-92FE-823151334F58}" type="parTrans" cxnId="{8367422E-371A-4975-B176-C7D62B434F96}">
      <dgm:prSet custT="1"/>
      <dgm:spPr/>
      <dgm:t>
        <a:bodyPr/>
        <a:lstStyle/>
        <a:p>
          <a:endParaRPr lang="zh-TW" altLang="en-US" sz="900" b="1"/>
        </a:p>
      </dgm:t>
    </dgm:pt>
    <dgm:pt modelId="{C86C2C1B-48B2-49B5-A341-9C6880B8B9BD}" type="sibTrans" cxnId="{8367422E-371A-4975-B176-C7D62B434F96}">
      <dgm:prSet/>
      <dgm:spPr/>
      <dgm:t>
        <a:bodyPr/>
        <a:lstStyle/>
        <a:p>
          <a:endParaRPr lang="zh-TW" altLang="en-US" sz="3200" b="1"/>
        </a:p>
      </dgm:t>
    </dgm:pt>
    <dgm:pt modelId="{91AA8CAF-ECDC-4331-B650-DB7496355D2D}">
      <dgm:prSet custT="1"/>
      <dgm:spPr>
        <a:solidFill>
          <a:srgbClr val="7030A0"/>
        </a:solidFill>
      </dgm:spPr>
      <dgm:t>
        <a:bodyPr/>
        <a:lstStyle/>
        <a:p>
          <a:r>
            <a:rPr lang="zh-TW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出現次數：</a:t>
          </a: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value_counts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FCF47904-A255-4695-A6D9-D87A760C7CCC}" type="parTrans" cxnId="{11C9E8DA-8F95-41CC-B0F9-3B0D112DEA54}">
      <dgm:prSet custT="1"/>
      <dgm:spPr/>
      <dgm:t>
        <a:bodyPr/>
        <a:lstStyle/>
        <a:p>
          <a:endParaRPr lang="zh-TW" altLang="en-US" sz="900" b="1"/>
        </a:p>
      </dgm:t>
    </dgm:pt>
    <dgm:pt modelId="{C0424352-1589-4005-BCFE-069864248CF8}" type="sibTrans" cxnId="{11C9E8DA-8F95-41CC-B0F9-3B0D112DEA54}">
      <dgm:prSet/>
      <dgm:spPr/>
      <dgm:t>
        <a:bodyPr/>
        <a:lstStyle/>
        <a:p>
          <a:endParaRPr lang="zh-TW" altLang="en-US" sz="3200" b="1"/>
        </a:p>
      </dgm:t>
    </dgm:pt>
    <dgm:pt modelId="{1F047578-921F-4493-B194-26BCB8D39F4C}">
      <dgm:prSet custT="1"/>
      <dgm:spPr>
        <a:solidFill>
          <a:srgbClr val="C00000"/>
        </a:solidFill>
      </dgm:spPr>
      <dgm:t>
        <a:bodyPr/>
        <a:lstStyle/>
        <a:p>
          <a:r>
            <a:rPr lang="en-US" altLang="en-US" sz="1400" b="1" dirty="0" err="1"/>
            <a:t>concat</a:t>
          </a:r>
          <a:r>
            <a:rPr lang="zh-TW" altLang="en-US" sz="1400" b="1" dirty="0"/>
            <a:t>，</a:t>
          </a:r>
          <a:r>
            <a:rPr lang="en-US" altLang="en-US" sz="1400" b="1" dirty="0"/>
            <a:t>append</a:t>
          </a:r>
          <a:r>
            <a:rPr lang="zh-TW" altLang="en-US" sz="1400" b="1" dirty="0"/>
            <a:t>，</a:t>
          </a:r>
          <a:r>
            <a:rPr lang="en-US" altLang="en-US" sz="1400" b="1" dirty="0"/>
            <a:t>merge</a:t>
          </a:r>
          <a:endParaRPr lang="zh-TW" altLang="en-US" sz="1400" b="1" dirty="0"/>
        </a:p>
      </dgm:t>
    </dgm:pt>
    <dgm:pt modelId="{0694D120-3FA1-4EF9-98D1-C3D5A5989571}" type="parTrans" cxnId="{97CD5887-DD2C-40A7-BDE1-2531A9379304}">
      <dgm:prSet custT="1"/>
      <dgm:spPr/>
      <dgm:t>
        <a:bodyPr/>
        <a:lstStyle/>
        <a:p>
          <a:endParaRPr lang="zh-TW" altLang="en-US" sz="900" b="1"/>
        </a:p>
      </dgm:t>
    </dgm:pt>
    <dgm:pt modelId="{9C9285F2-5DAE-45C6-947A-19A3A65CAEDE}" type="sibTrans" cxnId="{97CD5887-DD2C-40A7-BDE1-2531A9379304}">
      <dgm:prSet/>
      <dgm:spPr/>
      <dgm:t>
        <a:bodyPr/>
        <a:lstStyle/>
        <a:p>
          <a:endParaRPr lang="zh-TW" altLang="en-US" sz="3200" b="1"/>
        </a:p>
      </dgm:t>
    </dgm:pt>
    <dgm:pt modelId="{92187B84-75BC-451D-A754-D1F855372D3D}">
      <dgm:prSet custT="1"/>
      <dgm:spPr>
        <a:solidFill>
          <a:srgbClr val="0070C0"/>
        </a:solidFill>
      </dgm:spPr>
      <dgm:t>
        <a:bodyPr/>
        <a:lstStyle/>
        <a:p>
          <a:r>
            <a:rPr lang="zh-CN" altLang="en-US" sz="1400" b="1" dirty="0"/>
            <a:t>定點取值</a:t>
          </a:r>
          <a:endParaRPr lang="zh-TW" altLang="en-US" sz="1400" b="1" dirty="0"/>
        </a:p>
      </dgm:t>
    </dgm:pt>
    <dgm:pt modelId="{72577E22-0D4B-40C5-BA25-EF05DF16F70C}" type="parTrans" cxnId="{09046B61-2E65-4251-A2DE-C71F30345235}">
      <dgm:prSet custT="1"/>
      <dgm:spPr/>
      <dgm:t>
        <a:bodyPr/>
        <a:lstStyle/>
        <a:p>
          <a:endParaRPr lang="zh-TW" altLang="en-US" sz="900" b="1"/>
        </a:p>
      </dgm:t>
    </dgm:pt>
    <dgm:pt modelId="{56913407-C5F4-48C7-B0AA-212FC52F58EB}" type="sibTrans" cxnId="{09046B61-2E65-4251-A2DE-C71F30345235}">
      <dgm:prSet/>
      <dgm:spPr/>
      <dgm:t>
        <a:bodyPr/>
        <a:lstStyle/>
        <a:p>
          <a:endParaRPr lang="zh-TW" altLang="en-US" sz="3200" b="1"/>
        </a:p>
      </dgm:t>
    </dgm:pt>
    <dgm:pt modelId="{A1AA5E55-FEE0-4C03-AACB-FAA7F2E69AFB}">
      <dgm:prSet custT="1"/>
      <dgm:spPr>
        <a:solidFill>
          <a:srgbClr val="7030A0"/>
        </a:solidFill>
      </dgm:spPr>
      <dgm:t>
        <a:bodyPr/>
        <a:lstStyle/>
        <a:p>
          <a:r>
            <a:rPr lang="zh-CN" altLang="en-US" sz="1400" b="1" dirty="0"/>
            <a:t>欄位取值</a:t>
          </a:r>
          <a:r>
            <a:rPr lang="en-US" altLang="zh-CN" sz="1400" b="1" dirty="0"/>
            <a:t>df[]</a:t>
          </a:r>
          <a:endParaRPr lang="zh-TW" altLang="en-US" sz="1400" b="1" dirty="0"/>
        </a:p>
      </dgm:t>
    </dgm:pt>
    <dgm:pt modelId="{E2997A58-22B9-4DFF-91E5-35510D0823BB}" type="parTrans" cxnId="{A044689E-8949-4E25-BC59-46C64562BB3E}">
      <dgm:prSet custT="1"/>
      <dgm:spPr/>
      <dgm:t>
        <a:bodyPr/>
        <a:lstStyle/>
        <a:p>
          <a:endParaRPr lang="zh-TW" altLang="en-US" sz="900" b="1"/>
        </a:p>
      </dgm:t>
    </dgm:pt>
    <dgm:pt modelId="{10E7F77E-8881-4C21-8CBE-836851898EA7}" type="sibTrans" cxnId="{A044689E-8949-4E25-BC59-46C64562BB3E}">
      <dgm:prSet/>
      <dgm:spPr/>
      <dgm:t>
        <a:bodyPr/>
        <a:lstStyle/>
        <a:p>
          <a:endParaRPr lang="zh-TW" altLang="en-US" sz="3200" b="1"/>
        </a:p>
      </dgm:t>
    </dgm:pt>
    <dgm:pt modelId="{2771BAF1-C2B1-46FE-878C-C11F54229050}">
      <dgm:prSet custT="1"/>
      <dgm:spPr>
        <a:solidFill>
          <a:srgbClr val="7030A0"/>
        </a:solidFill>
      </dgm:spPr>
      <dgm:t>
        <a:bodyPr/>
        <a:lstStyle/>
        <a:p>
          <a:r>
            <a:rPr lang="zh-CN" altLang="en-US" sz="1400" b="1" dirty="0"/>
            <a:t>列取值</a:t>
          </a:r>
          <a:r>
            <a:rPr lang="en-US" altLang="zh-CN" sz="1400" b="1" dirty="0"/>
            <a:t>: </a:t>
          </a:r>
          <a:r>
            <a:rPr lang="en-US" altLang="zh-CN" sz="1400" b="1" dirty="0" err="1"/>
            <a:t>df.loc</a:t>
          </a:r>
          <a:r>
            <a:rPr lang="en-US" altLang="zh-CN" sz="1400" b="1" dirty="0"/>
            <a:t>, </a:t>
          </a:r>
          <a:r>
            <a:rPr lang="en-US" altLang="zh-CN" sz="1400" b="1" dirty="0" err="1"/>
            <a:t>df.iloc</a:t>
          </a:r>
          <a:endParaRPr lang="zh-TW" altLang="en-US" sz="1400" b="1" dirty="0"/>
        </a:p>
      </dgm:t>
    </dgm:pt>
    <dgm:pt modelId="{4BB26142-078E-4142-ADBC-A2ECA3CE82B5}" type="parTrans" cxnId="{E9C54789-7AEF-4C03-B434-C1B71F2E5178}">
      <dgm:prSet custT="1"/>
      <dgm:spPr/>
      <dgm:t>
        <a:bodyPr/>
        <a:lstStyle/>
        <a:p>
          <a:endParaRPr lang="zh-TW" altLang="en-US" sz="900" b="1"/>
        </a:p>
      </dgm:t>
    </dgm:pt>
    <dgm:pt modelId="{EA74960F-3E9A-4AFA-BEE4-B7ADC6661026}" type="sibTrans" cxnId="{E9C54789-7AEF-4C03-B434-C1B71F2E5178}">
      <dgm:prSet/>
      <dgm:spPr/>
      <dgm:t>
        <a:bodyPr/>
        <a:lstStyle/>
        <a:p>
          <a:endParaRPr lang="zh-TW" altLang="en-US" sz="3200" b="1"/>
        </a:p>
      </dgm:t>
    </dgm:pt>
    <dgm:pt modelId="{8CF968F3-0020-49B7-95E9-BF1A3FF84482}">
      <dgm:prSet custT="1"/>
      <dgm:spPr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df.dropna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()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46262C39-D8FB-4460-8A0D-2BC012390956}" type="parTrans" cxnId="{BF2A1FA8-225A-4B4C-9DC0-78878D613CEC}">
      <dgm:prSet/>
      <dgm:spPr/>
      <dgm:t>
        <a:bodyPr/>
        <a:lstStyle/>
        <a:p>
          <a:endParaRPr lang="zh-TW" altLang="en-US" b="1"/>
        </a:p>
      </dgm:t>
    </dgm:pt>
    <dgm:pt modelId="{25570435-1AE1-463F-A4DE-CB1B87A32056}" type="sibTrans" cxnId="{BF2A1FA8-225A-4B4C-9DC0-78878D613CEC}">
      <dgm:prSet/>
      <dgm:spPr/>
      <dgm:t>
        <a:bodyPr/>
        <a:lstStyle/>
        <a:p>
          <a:endParaRPr lang="zh-TW" altLang="en-US" b="1"/>
        </a:p>
      </dgm:t>
    </dgm:pt>
    <dgm:pt modelId="{F87747BC-A146-453E-8E18-DCCD9919C445}">
      <dgm:prSet custT="1"/>
      <dgm:spPr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查詢缺值：</a:t>
          </a: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df.isna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()</a:t>
          </a:r>
          <a:r>
            <a:rPr lang="zh-TW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，</a:t>
          </a: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df.isnull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() 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385F8827-060B-4946-AFCB-08DE06A5A207}" type="parTrans" cxnId="{46D329AA-61BB-489C-AB4A-93088701ACA1}">
      <dgm:prSet/>
      <dgm:spPr/>
      <dgm:t>
        <a:bodyPr/>
        <a:lstStyle/>
        <a:p>
          <a:endParaRPr lang="zh-TW" altLang="en-US" b="1"/>
        </a:p>
      </dgm:t>
    </dgm:pt>
    <dgm:pt modelId="{97E9162A-E586-4183-89C8-B398B246C402}" type="sibTrans" cxnId="{46D329AA-61BB-489C-AB4A-93088701ACA1}">
      <dgm:prSet/>
      <dgm:spPr/>
      <dgm:t>
        <a:bodyPr/>
        <a:lstStyle/>
        <a:p>
          <a:endParaRPr lang="zh-TW" altLang="en-US" b="1"/>
        </a:p>
      </dgm:t>
    </dgm:pt>
    <dgm:pt modelId="{9D1F45E1-6D23-439F-A627-C58DF10F41BA}">
      <dgm:prSet custT="1"/>
      <dgm:spPr>
        <a:solidFill>
          <a:srgbClr val="7030A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填值：</a:t>
          </a: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df.fillna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(</a:t>
          </a:r>
          <a:r>
            <a:rPr lang="zh-TW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值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)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1D1ADAFE-61F9-4E6D-914A-DA7F86267A51}" type="parTrans" cxnId="{E49FB567-7E26-49F9-8982-B7D67DDCA954}">
      <dgm:prSet/>
      <dgm:spPr/>
      <dgm:t>
        <a:bodyPr/>
        <a:lstStyle/>
        <a:p>
          <a:endParaRPr lang="zh-TW" altLang="en-US" b="1"/>
        </a:p>
      </dgm:t>
    </dgm:pt>
    <dgm:pt modelId="{DCF35F91-3ADD-4E1C-8065-157D41EE2335}" type="sibTrans" cxnId="{E49FB567-7E26-49F9-8982-B7D67DDCA954}">
      <dgm:prSet/>
      <dgm:spPr/>
      <dgm:t>
        <a:bodyPr/>
        <a:lstStyle/>
        <a:p>
          <a:endParaRPr lang="zh-TW" altLang="en-US" b="1"/>
        </a:p>
      </dgm:t>
    </dgm:pt>
    <dgm:pt modelId="{F5033FB0-E5F6-4AC2-A3BE-0E03991C37EF}">
      <dgm:prSet custT="1"/>
      <dgm:spPr>
        <a:solidFill>
          <a:srgbClr val="0070C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取代，資料清理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6354B8D4-248F-4F4B-A81E-E3D4EC18A565}" type="parTrans" cxnId="{988C58CC-410F-41DD-B5ED-EFD15C33CEDD}">
      <dgm:prSet/>
      <dgm:spPr/>
      <dgm:t>
        <a:bodyPr/>
        <a:lstStyle/>
        <a:p>
          <a:endParaRPr lang="zh-TW" altLang="en-US"/>
        </a:p>
      </dgm:t>
    </dgm:pt>
    <dgm:pt modelId="{A7AD0EAE-3C5F-4000-B36C-14577284C0D9}" type="sibTrans" cxnId="{988C58CC-410F-41DD-B5ED-EFD15C33CEDD}">
      <dgm:prSet/>
      <dgm:spPr/>
      <dgm:t>
        <a:bodyPr/>
        <a:lstStyle/>
        <a:p>
          <a:endParaRPr lang="zh-TW" altLang="en-US"/>
        </a:p>
      </dgm:t>
    </dgm:pt>
    <dgm:pt modelId="{710F9A8B-F1EA-4CB6-9149-D021A94BF866}">
      <dgm:prSet custT="1"/>
      <dgm:spPr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日期格式，文字取代</a:t>
          </a:r>
          <a:endParaRPr lang="zh-TW" altLang="en-US" sz="1400" b="1" kern="120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2AFDD30-DCA3-4C02-BE64-873ABF75134D}" type="parTrans" cxnId="{54F5B863-E8F7-446E-A17F-B18EC6CF4A06}">
      <dgm:prSet/>
      <dgm:spPr/>
      <dgm:t>
        <a:bodyPr/>
        <a:lstStyle/>
        <a:p>
          <a:endParaRPr lang="zh-TW" altLang="en-US"/>
        </a:p>
      </dgm:t>
    </dgm:pt>
    <dgm:pt modelId="{F2E0E8CE-9188-44C6-84DB-F58461B7AF42}" type="sibTrans" cxnId="{54F5B863-E8F7-446E-A17F-B18EC6CF4A06}">
      <dgm:prSet/>
      <dgm:spPr/>
      <dgm:t>
        <a:bodyPr/>
        <a:lstStyle/>
        <a:p>
          <a:endParaRPr lang="zh-TW" altLang="en-US"/>
        </a:p>
      </dgm:t>
    </dgm:pt>
    <dgm:pt modelId="{26376974-C4C2-4ED5-B2EC-2AC43D6A6D6C}">
      <dgm:prSet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b="1" i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.</a:t>
          </a:r>
          <a:r>
            <a:rPr lang="en-US" altLang="zh-TW" sz="1400" b="1" i="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sort_values</a:t>
          </a:r>
          <a:r>
            <a:rPr lang="en-US" altLang="zh-TW" sz="1400" b="1" i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(“</a:t>
          </a:r>
          <a:r>
            <a:rPr lang="zh-CN" altLang="en-US" sz="1400" b="1" i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欄位</a:t>
          </a:r>
          <a:r>
            <a:rPr lang="en-US" altLang="zh-CN" sz="1400" b="1" i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”,ascending=False)</a:t>
          </a:r>
          <a:endParaRPr lang="zh-TW" altLang="en-US" sz="1400" b="1" i="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D6D7AEC9-C5B7-4299-BF9D-3C3FBB23B318}" type="parTrans" cxnId="{A228AAE7-CA83-473C-8B8F-003C6BCEB56A}">
      <dgm:prSet/>
      <dgm:spPr/>
      <dgm:t>
        <a:bodyPr/>
        <a:lstStyle/>
        <a:p>
          <a:endParaRPr lang="zh-TW" altLang="en-US"/>
        </a:p>
      </dgm:t>
    </dgm:pt>
    <dgm:pt modelId="{364B8AC3-115C-4D12-82C0-F7A39C12AACA}" type="sibTrans" cxnId="{A228AAE7-CA83-473C-8B8F-003C6BCEB56A}">
      <dgm:prSet/>
      <dgm:spPr/>
      <dgm:t>
        <a:bodyPr/>
        <a:lstStyle/>
        <a:p>
          <a:endParaRPr lang="zh-TW" altLang="en-US"/>
        </a:p>
      </dgm:t>
    </dgm:pt>
    <dgm:pt modelId="{3ABF8ACD-166E-4257-BE46-2F2CAFF5FE85}">
      <dgm:prSet custT="1"/>
      <dgm:spPr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</a:t>
          </a: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[]</a:t>
          </a: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，</a:t>
          </a:r>
          <a:r>
            <a:rPr lang="en-US" altLang="zh-CN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df.loc</a:t>
          </a: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[]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042850DD-4AB9-4EEF-910D-3F4C773F97BF}" type="parTrans" cxnId="{7B215969-8DDD-4814-8334-E8FB53F3ACD9}">
      <dgm:prSet/>
      <dgm:spPr/>
      <dgm:t>
        <a:bodyPr/>
        <a:lstStyle/>
        <a:p>
          <a:endParaRPr lang="zh-TW" altLang="en-US"/>
        </a:p>
      </dgm:t>
    </dgm:pt>
    <dgm:pt modelId="{E27ED7C4-45CB-45A5-A029-B3B393A79174}" type="sibTrans" cxnId="{7B215969-8DDD-4814-8334-E8FB53F3ACD9}">
      <dgm:prSet/>
      <dgm:spPr/>
      <dgm:t>
        <a:bodyPr/>
        <a:lstStyle/>
        <a:p>
          <a:endParaRPr lang="zh-TW" altLang="en-US"/>
        </a:p>
      </dgm:t>
    </dgm:pt>
    <dgm:pt modelId="{551095FA-B91D-43FB-A6D2-6634E6D6A579}">
      <dgm:prSet custT="1"/>
      <dgm:spPr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df[]</a:t>
          </a: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， </a:t>
          </a:r>
          <a:r>
            <a:rPr lang="en-US" altLang="zh-CN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df.loc</a:t>
          </a: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[]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3B8A99A3-8D95-4404-BD62-CF7AE4D72FF3}" type="parTrans" cxnId="{B585D9CD-A890-48F3-B1FE-90D19158D774}">
      <dgm:prSet/>
      <dgm:spPr/>
      <dgm:t>
        <a:bodyPr/>
        <a:lstStyle/>
        <a:p>
          <a:endParaRPr lang="zh-TW" altLang="en-US"/>
        </a:p>
      </dgm:t>
    </dgm:pt>
    <dgm:pt modelId="{74DC5F15-236E-411D-A1F1-F094D83F18C8}" type="sibTrans" cxnId="{B585D9CD-A890-48F3-B1FE-90D19158D774}">
      <dgm:prSet/>
      <dgm:spPr/>
      <dgm:t>
        <a:bodyPr/>
        <a:lstStyle/>
        <a:p>
          <a:endParaRPr lang="zh-TW" altLang="en-US"/>
        </a:p>
      </dgm:t>
    </dgm:pt>
    <dgm:pt modelId="{F37BDAC7-79D0-4B02-8933-A37C0A63F93E}">
      <dgm:prSet custT="1"/>
      <dgm:spPr>
        <a:solidFill>
          <a:srgbClr val="7030A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表格標註重點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86B6FFDF-71C1-49E2-A7A6-EB4AB8BCEE35}" type="parTrans" cxnId="{7FE76D08-452F-4A36-8E45-69EEDDC01392}">
      <dgm:prSet/>
      <dgm:spPr/>
      <dgm:t>
        <a:bodyPr/>
        <a:lstStyle/>
        <a:p>
          <a:endParaRPr lang="zh-TW" altLang="en-US"/>
        </a:p>
      </dgm:t>
    </dgm:pt>
    <dgm:pt modelId="{B54D7017-3987-4474-AC74-5ADE21EB9862}" type="sibTrans" cxnId="{7FE76D08-452F-4A36-8E45-69EEDDC01392}">
      <dgm:prSet/>
      <dgm:spPr/>
      <dgm:t>
        <a:bodyPr/>
        <a:lstStyle/>
        <a:p>
          <a:endParaRPr lang="zh-TW" altLang="en-US"/>
        </a:p>
      </dgm:t>
    </dgm:pt>
    <dgm:pt modelId="{1B81692A-DE60-44A1-863A-BE81A597CC69}">
      <dgm:prSet custT="1"/>
      <dgm:spPr>
        <a:solidFill>
          <a:srgbClr val="7030A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圖形視覺化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CC45BAB2-617C-4803-B59B-6E9E02C072F5}" type="parTrans" cxnId="{C122983E-2EE6-4621-B722-DCBC769F69C3}">
      <dgm:prSet/>
      <dgm:spPr/>
      <dgm:t>
        <a:bodyPr/>
        <a:lstStyle/>
        <a:p>
          <a:endParaRPr lang="zh-TW" altLang="en-US"/>
        </a:p>
      </dgm:t>
    </dgm:pt>
    <dgm:pt modelId="{E271585D-6DA0-47F3-AD49-063473DE4A06}" type="sibTrans" cxnId="{C122983E-2EE6-4621-B722-DCBC769F69C3}">
      <dgm:prSet/>
      <dgm:spPr/>
      <dgm:t>
        <a:bodyPr/>
        <a:lstStyle/>
        <a:p>
          <a:endParaRPr lang="zh-TW" altLang="en-US"/>
        </a:p>
      </dgm:t>
    </dgm:pt>
    <dgm:pt modelId="{8A83B7FC-9873-4BF0-A994-DA8138ABF014}">
      <dgm:prSet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表格標註重點</a:t>
          </a:r>
          <a:endParaRPr lang="zh-TW" altLang="en-US" sz="1400" b="1" kern="120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E1226CDC-F505-4D48-96E3-0C2A9A200E6B}" type="parTrans" cxnId="{4B2CCC24-D6A8-48E4-AEDD-5A72874EF600}">
      <dgm:prSet/>
      <dgm:spPr/>
      <dgm:t>
        <a:bodyPr/>
        <a:lstStyle/>
        <a:p>
          <a:endParaRPr lang="zh-TW" altLang="en-US"/>
        </a:p>
      </dgm:t>
    </dgm:pt>
    <dgm:pt modelId="{9EF8B8DA-F6A9-4A07-A1E8-C85D9255F2B7}" type="sibTrans" cxnId="{4B2CCC24-D6A8-48E4-AEDD-5A72874EF600}">
      <dgm:prSet/>
      <dgm:spPr/>
      <dgm:t>
        <a:bodyPr/>
        <a:lstStyle/>
        <a:p>
          <a:endParaRPr lang="zh-TW" altLang="en-US"/>
        </a:p>
      </dgm:t>
    </dgm:pt>
    <dgm:pt modelId="{40D8D8B4-1783-4A05-8961-E1E5BB284F00}" type="pres">
      <dgm:prSet presAssocID="{BDD48CBC-34CB-4DD7-ACA2-8F1760AC4EC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8BF5207-F760-459A-A122-4F1B54346AF3}" type="pres">
      <dgm:prSet presAssocID="{3B7635BC-4AB5-43DA-B615-7AE0C1CA63CB}" presName="root1" presStyleCnt="0"/>
      <dgm:spPr/>
    </dgm:pt>
    <dgm:pt modelId="{35F39FBA-5B06-4CE8-BAD9-3AED784146C9}" type="pres">
      <dgm:prSet presAssocID="{3B7635BC-4AB5-43DA-B615-7AE0C1CA63CB}" presName="LevelOneTextNode" presStyleLbl="node0" presStyleIdx="0" presStyleCnt="1">
        <dgm:presLayoutVars>
          <dgm:chPref val="3"/>
        </dgm:presLayoutVars>
      </dgm:prSet>
      <dgm:spPr/>
    </dgm:pt>
    <dgm:pt modelId="{9631F00B-9353-4C7F-AC05-6C7251DBE588}" type="pres">
      <dgm:prSet presAssocID="{3B7635BC-4AB5-43DA-B615-7AE0C1CA63CB}" presName="level2hierChild" presStyleCnt="0"/>
      <dgm:spPr/>
    </dgm:pt>
    <dgm:pt modelId="{1590E27F-5D25-4454-A4CC-CA98A68FE061}" type="pres">
      <dgm:prSet presAssocID="{B3F1924A-75F4-451C-AFBC-F5A596FAD44C}" presName="conn2-1" presStyleLbl="parChTrans1D2" presStyleIdx="0" presStyleCnt="4"/>
      <dgm:spPr/>
    </dgm:pt>
    <dgm:pt modelId="{22600A48-F108-46D3-9BF0-97FC7C230A5A}" type="pres">
      <dgm:prSet presAssocID="{B3F1924A-75F4-451C-AFBC-F5A596FAD44C}" presName="connTx" presStyleLbl="parChTrans1D2" presStyleIdx="0" presStyleCnt="4"/>
      <dgm:spPr/>
    </dgm:pt>
    <dgm:pt modelId="{1F34EB6D-C1C5-4591-A59D-F2CFAA69C84D}" type="pres">
      <dgm:prSet presAssocID="{048FAC4E-E750-4815-8375-F5688B1AA4E6}" presName="root2" presStyleCnt="0"/>
      <dgm:spPr/>
    </dgm:pt>
    <dgm:pt modelId="{2D84EBD9-EAAE-461C-BD5C-8D7D6493CA42}" type="pres">
      <dgm:prSet presAssocID="{048FAC4E-E750-4815-8375-F5688B1AA4E6}" presName="LevelTwoTextNode" presStyleLbl="node2" presStyleIdx="0" presStyleCnt="4">
        <dgm:presLayoutVars>
          <dgm:chPref val="3"/>
        </dgm:presLayoutVars>
      </dgm:prSet>
      <dgm:spPr/>
    </dgm:pt>
    <dgm:pt modelId="{86FEE04A-E7DF-43C6-9B60-800F11A6D7B5}" type="pres">
      <dgm:prSet presAssocID="{048FAC4E-E750-4815-8375-F5688B1AA4E6}" presName="level3hierChild" presStyleCnt="0"/>
      <dgm:spPr/>
    </dgm:pt>
    <dgm:pt modelId="{8F67FE28-F10E-43A1-8B7E-BBC2C8CBA73F}" type="pres">
      <dgm:prSet presAssocID="{EF1A4C01-7394-4897-9B0D-D33E211A5F98}" presName="conn2-1" presStyleLbl="parChTrans1D3" presStyleIdx="0" presStyleCnt="11"/>
      <dgm:spPr/>
    </dgm:pt>
    <dgm:pt modelId="{E862BFDC-8042-4F99-9A2C-AA25FFDAC8CE}" type="pres">
      <dgm:prSet presAssocID="{EF1A4C01-7394-4897-9B0D-D33E211A5F98}" presName="connTx" presStyleLbl="parChTrans1D3" presStyleIdx="0" presStyleCnt="11"/>
      <dgm:spPr/>
    </dgm:pt>
    <dgm:pt modelId="{617F5BBA-6D39-4E7F-A006-795678D96EA2}" type="pres">
      <dgm:prSet presAssocID="{592F663C-1C60-4BD2-A89E-FFFEEC4F5250}" presName="root2" presStyleCnt="0"/>
      <dgm:spPr/>
    </dgm:pt>
    <dgm:pt modelId="{F50116CB-518F-47C7-9DE8-64B3C88AF36E}" type="pres">
      <dgm:prSet presAssocID="{592F663C-1C60-4BD2-A89E-FFFEEC4F5250}" presName="LevelTwoTextNode" presStyleLbl="node3" presStyleIdx="0" presStyleCnt="11" custScaleX="141769">
        <dgm:presLayoutVars>
          <dgm:chPref val="3"/>
        </dgm:presLayoutVars>
      </dgm:prSet>
      <dgm:spPr/>
    </dgm:pt>
    <dgm:pt modelId="{E22CB873-044D-4B8E-A3E7-51732FDC811E}" type="pres">
      <dgm:prSet presAssocID="{592F663C-1C60-4BD2-A89E-FFFEEC4F5250}" presName="level3hierChild" presStyleCnt="0"/>
      <dgm:spPr/>
    </dgm:pt>
    <dgm:pt modelId="{42A504BA-7AA0-4A65-90DC-FDA7456284C0}" type="pres">
      <dgm:prSet presAssocID="{042850DD-4AB9-4EEF-910D-3F4C773F97BF}" presName="conn2-1" presStyleLbl="parChTrans1D4" presStyleIdx="0" presStyleCnt="28"/>
      <dgm:spPr/>
    </dgm:pt>
    <dgm:pt modelId="{54998760-05A3-416D-8C0D-0BA24204D086}" type="pres">
      <dgm:prSet presAssocID="{042850DD-4AB9-4EEF-910D-3F4C773F97BF}" presName="connTx" presStyleLbl="parChTrans1D4" presStyleIdx="0" presStyleCnt="28"/>
      <dgm:spPr/>
    </dgm:pt>
    <dgm:pt modelId="{D7AEC596-5450-43EC-8032-636E439BF060}" type="pres">
      <dgm:prSet presAssocID="{3ABF8ACD-166E-4257-BE46-2F2CAFF5FE85}" presName="root2" presStyleCnt="0"/>
      <dgm:spPr/>
    </dgm:pt>
    <dgm:pt modelId="{EE9CC1E9-51EE-4056-A55C-AE9DEE51B59C}" type="pres">
      <dgm:prSet presAssocID="{3ABF8ACD-166E-4257-BE46-2F2CAFF5FE85}" presName="LevelTwoTextNode" presStyleLbl="node4" presStyleIdx="0" presStyleCnt="28" custScaleX="187066">
        <dgm:presLayoutVars>
          <dgm:chPref val="3"/>
        </dgm:presLayoutVars>
      </dgm:prSet>
      <dgm:spPr>
        <a:xfrm>
          <a:off x="7543378" y="3585"/>
          <a:ext cx="1120030" cy="341472"/>
        </a:xfrm>
        <a:prstGeom prst="rect">
          <a:avLst/>
        </a:prstGeom>
      </dgm:spPr>
    </dgm:pt>
    <dgm:pt modelId="{EA26DEBB-7D45-48D5-9D8D-69F05B869D19}" type="pres">
      <dgm:prSet presAssocID="{3ABF8ACD-166E-4257-BE46-2F2CAFF5FE85}" presName="level3hierChild" presStyleCnt="0"/>
      <dgm:spPr/>
    </dgm:pt>
    <dgm:pt modelId="{C7D25787-4C94-47BF-90C3-C7721603A092}" type="pres">
      <dgm:prSet presAssocID="{6D6D2D8A-2858-4B68-B25C-921A9B236D0C}" presName="conn2-1" presStyleLbl="parChTrans1D3" presStyleIdx="1" presStyleCnt="11"/>
      <dgm:spPr/>
    </dgm:pt>
    <dgm:pt modelId="{CADD3C69-B33E-4BA0-A58B-33162C0E67C3}" type="pres">
      <dgm:prSet presAssocID="{6D6D2D8A-2858-4B68-B25C-921A9B236D0C}" presName="connTx" presStyleLbl="parChTrans1D3" presStyleIdx="1" presStyleCnt="11"/>
      <dgm:spPr/>
    </dgm:pt>
    <dgm:pt modelId="{CDF0E680-950F-49BE-AE4C-A769EE73073A}" type="pres">
      <dgm:prSet presAssocID="{10C947B3-8AF7-4FB9-8018-D5A20C1BB67B}" presName="root2" presStyleCnt="0"/>
      <dgm:spPr/>
    </dgm:pt>
    <dgm:pt modelId="{049E5A5B-A91D-43EA-AE69-5697E2C74789}" type="pres">
      <dgm:prSet presAssocID="{10C947B3-8AF7-4FB9-8018-D5A20C1BB67B}" presName="LevelTwoTextNode" presStyleLbl="node3" presStyleIdx="1" presStyleCnt="11" custScaleX="141769">
        <dgm:presLayoutVars>
          <dgm:chPref val="3"/>
        </dgm:presLayoutVars>
      </dgm:prSet>
      <dgm:spPr/>
    </dgm:pt>
    <dgm:pt modelId="{64C3352C-0C14-47A3-8E04-8F79445B7F1E}" type="pres">
      <dgm:prSet presAssocID="{10C947B3-8AF7-4FB9-8018-D5A20C1BB67B}" presName="level3hierChild" presStyleCnt="0"/>
      <dgm:spPr/>
    </dgm:pt>
    <dgm:pt modelId="{756C9014-3C78-4AE3-BDAD-193989E423F3}" type="pres">
      <dgm:prSet presAssocID="{0694D120-3FA1-4EF9-98D1-C3D5A5989571}" presName="conn2-1" presStyleLbl="parChTrans1D4" presStyleIdx="1" presStyleCnt="28"/>
      <dgm:spPr/>
    </dgm:pt>
    <dgm:pt modelId="{817A5B78-17A6-421A-B01E-2FCC46EFDDF8}" type="pres">
      <dgm:prSet presAssocID="{0694D120-3FA1-4EF9-98D1-C3D5A5989571}" presName="connTx" presStyleLbl="parChTrans1D4" presStyleIdx="1" presStyleCnt="28"/>
      <dgm:spPr/>
    </dgm:pt>
    <dgm:pt modelId="{04854254-F2F9-4857-BE01-2AB0145E575D}" type="pres">
      <dgm:prSet presAssocID="{1F047578-921F-4493-B194-26BCB8D39F4C}" presName="root2" presStyleCnt="0"/>
      <dgm:spPr/>
    </dgm:pt>
    <dgm:pt modelId="{C267F297-9D41-4813-9E84-18C0E9718B2B}" type="pres">
      <dgm:prSet presAssocID="{1F047578-921F-4493-B194-26BCB8D39F4C}" presName="LevelTwoTextNode" presStyleLbl="node4" presStyleIdx="1" presStyleCnt="28" custScaleX="187092">
        <dgm:presLayoutVars>
          <dgm:chPref val="3"/>
        </dgm:presLayoutVars>
      </dgm:prSet>
      <dgm:spPr/>
    </dgm:pt>
    <dgm:pt modelId="{30DF6A3D-C3A0-4E0F-89E8-5D33AE0C9EFA}" type="pres">
      <dgm:prSet presAssocID="{1F047578-921F-4493-B194-26BCB8D39F4C}" presName="level3hierChild" presStyleCnt="0"/>
      <dgm:spPr/>
    </dgm:pt>
    <dgm:pt modelId="{F0BF6059-74BE-48E6-A924-E38020F89AC8}" type="pres">
      <dgm:prSet presAssocID="{BED471F0-BC73-41F0-B09D-BBE36FB3EF16}" presName="conn2-1" presStyleLbl="parChTrans1D2" presStyleIdx="1" presStyleCnt="4"/>
      <dgm:spPr/>
    </dgm:pt>
    <dgm:pt modelId="{37D0B957-9002-4F35-AEF1-37006FAB52FA}" type="pres">
      <dgm:prSet presAssocID="{BED471F0-BC73-41F0-B09D-BBE36FB3EF16}" presName="connTx" presStyleLbl="parChTrans1D2" presStyleIdx="1" presStyleCnt="4"/>
      <dgm:spPr/>
    </dgm:pt>
    <dgm:pt modelId="{5A362743-366F-4805-8B00-DFF28AEF1481}" type="pres">
      <dgm:prSet presAssocID="{953A691B-B284-4A98-BDA9-687FFED5CF84}" presName="root2" presStyleCnt="0"/>
      <dgm:spPr/>
    </dgm:pt>
    <dgm:pt modelId="{0AC200E6-F4AA-4229-B13C-6D233047902B}" type="pres">
      <dgm:prSet presAssocID="{953A691B-B284-4A98-BDA9-687FFED5CF84}" presName="LevelTwoTextNode" presStyleLbl="node2" presStyleIdx="1" presStyleCnt="4">
        <dgm:presLayoutVars>
          <dgm:chPref val="3"/>
        </dgm:presLayoutVars>
      </dgm:prSet>
      <dgm:spPr/>
    </dgm:pt>
    <dgm:pt modelId="{5DFEFDB0-9697-4268-A786-86ECEF3C2571}" type="pres">
      <dgm:prSet presAssocID="{953A691B-B284-4A98-BDA9-687FFED5CF84}" presName="level3hierChild" presStyleCnt="0"/>
      <dgm:spPr/>
    </dgm:pt>
    <dgm:pt modelId="{808F9BCD-19E5-4262-9908-A3B8EB172C71}" type="pres">
      <dgm:prSet presAssocID="{95345720-FEB3-42A1-AB79-8920AA93C57D}" presName="conn2-1" presStyleLbl="parChTrans1D3" presStyleIdx="2" presStyleCnt="11"/>
      <dgm:spPr/>
    </dgm:pt>
    <dgm:pt modelId="{B8960052-DF6E-4798-9E1E-37D04D26355D}" type="pres">
      <dgm:prSet presAssocID="{95345720-FEB3-42A1-AB79-8920AA93C57D}" presName="connTx" presStyleLbl="parChTrans1D3" presStyleIdx="2" presStyleCnt="11"/>
      <dgm:spPr/>
    </dgm:pt>
    <dgm:pt modelId="{8BC78DED-4300-406E-B82D-C0992A55BC1D}" type="pres">
      <dgm:prSet presAssocID="{8FD9D1B9-778F-4A24-8B04-1A58E61A465E}" presName="root2" presStyleCnt="0"/>
      <dgm:spPr/>
    </dgm:pt>
    <dgm:pt modelId="{21C91BED-67FC-4B27-9EE2-62E410771FBD}" type="pres">
      <dgm:prSet presAssocID="{8FD9D1B9-778F-4A24-8B04-1A58E61A465E}" presName="LevelTwoTextNode" presStyleLbl="node3" presStyleIdx="2" presStyleCnt="11" custScaleX="141769">
        <dgm:presLayoutVars>
          <dgm:chPref val="3"/>
        </dgm:presLayoutVars>
      </dgm:prSet>
      <dgm:spPr/>
    </dgm:pt>
    <dgm:pt modelId="{EBA58423-5229-45DD-A6D6-5C15CFE065B9}" type="pres">
      <dgm:prSet presAssocID="{8FD9D1B9-778F-4A24-8B04-1A58E61A465E}" presName="level3hierChild" presStyleCnt="0"/>
      <dgm:spPr/>
    </dgm:pt>
    <dgm:pt modelId="{E616E462-F0DA-4063-844F-5F69C0C1B222}" type="pres">
      <dgm:prSet presAssocID="{3B8A99A3-8D95-4404-BD62-CF7AE4D72FF3}" presName="conn2-1" presStyleLbl="parChTrans1D4" presStyleIdx="2" presStyleCnt="28"/>
      <dgm:spPr/>
    </dgm:pt>
    <dgm:pt modelId="{A573E3B9-FE0C-44BB-AF5E-0CC2FE914662}" type="pres">
      <dgm:prSet presAssocID="{3B8A99A3-8D95-4404-BD62-CF7AE4D72FF3}" presName="connTx" presStyleLbl="parChTrans1D4" presStyleIdx="2" presStyleCnt="28"/>
      <dgm:spPr/>
    </dgm:pt>
    <dgm:pt modelId="{0E4EF417-24CB-41C8-B161-4E5627EEC0A2}" type="pres">
      <dgm:prSet presAssocID="{551095FA-B91D-43FB-A6D2-6634E6D6A579}" presName="root2" presStyleCnt="0"/>
      <dgm:spPr/>
    </dgm:pt>
    <dgm:pt modelId="{FB62A390-0FA7-4F9B-868F-E9AA2DC7A02E}" type="pres">
      <dgm:prSet presAssocID="{551095FA-B91D-43FB-A6D2-6634E6D6A579}" presName="LevelTwoTextNode" presStyleLbl="node4" presStyleIdx="2" presStyleCnt="28" custScaleX="187066">
        <dgm:presLayoutVars>
          <dgm:chPref val="3"/>
        </dgm:presLayoutVars>
      </dgm:prSet>
      <dgm:spPr>
        <a:xfrm>
          <a:off x="7543378" y="857267"/>
          <a:ext cx="1120030" cy="341472"/>
        </a:xfrm>
        <a:prstGeom prst="rect">
          <a:avLst/>
        </a:prstGeom>
      </dgm:spPr>
    </dgm:pt>
    <dgm:pt modelId="{1D152C4E-AE42-4F77-AC5D-F04D9335604B}" type="pres">
      <dgm:prSet presAssocID="{551095FA-B91D-43FB-A6D2-6634E6D6A579}" presName="level3hierChild" presStyleCnt="0"/>
      <dgm:spPr/>
    </dgm:pt>
    <dgm:pt modelId="{717ECB1D-B379-4AAD-96C2-B690E87A7E2E}" type="pres">
      <dgm:prSet presAssocID="{618033E5-E257-4132-B76A-B30BBE600BD7}" presName="conn2-1" presStyleLbl="parChTrans1D3" presStyleIdx="3" presStyleCnt="11"/>
      <dgm:spPr/>
    </dgm:pt>
    <dgm:pt modelId="{BF639AAB-8E6F-4E2E-A45C-EBF7FC9338EA}" type="pres">
      <dgm:prSet presAssocID="{618033E5-E257-4132-B76A-B30BBE600BD7}" presName="connTx" presStyleLbl="parChTrans1D3" presStyleIdx="3" presStyleCnt="11"/>
      <dgm:spPr/>
    </dgm:pt>
    <dgm:pt modelId="{04B75E28-BDF4-4BDE-AF4A-91150250350C}" type="pres">
      <dgm:prSet presAssocID="{96D20432-03DD-4506-98EE-F73EF6B2D70B}" presName="root2" presStyleCnt="0"/>
      <dgm:spPr/>
    </dgm:pt>
    <dgm:pt modelId="{960284E2-21B5-4EEF-A130-E30E420BA851}" type="pres">
      <dgm:prSet presAssocID="{96D20432-03DD-4506-98EE-F73EF6B2D70B}" presName="LevelTwoTextNode" presStyleLbl="node3" presStyleIdx="3" presStyleCnt="11" custScaleX="141769">
        <dgm:presLayoutVars>
          <dgm:chPref val="3"/>
        </dgm:presLayoutVars>
      </dgm:prSet>
      <dgm:spPr/>
    </dgm:pt>
    <dgm:pt modelId="{A6D2C845-8FAC-4A53-8186-DFC45841E7F6}" type="pres">
      <dgm:prSet presAssocID="{96D20432-03DD-4506-98EE-F73EF6B2D70B}" presName="level3hierChild" presStyleCnt="0"/>
      <dgm:spPr/>
    </dgm:pt>
    <dgm:pt modelId="{D404D48B-C09A-4F29-8F0C-4F799DFD7E44}" type="pres">
      <dgm:prSet presAssocID="{385F8827-060B-4946-AFCB-08DE06A5A207}" presName="conn2-1" presStyleLbl="parChTrans1D4" presStyleIdx="3" presStyleCnt="28"/>
      <dgm:spPr/>
    </dgm:pt>
    <dgm:pt modelId="{FD976E0D-C23F-42FF-899D-7A3C9BBFEE5D}" type="pres">
      <dgm:prSet presAssocID="{385F8827-060B-4946-AFCB-08DE06A5A207}" presName="connTx" presStyleLbl="parChTrans1D4" presStyleIdx="3" presStyleCnt="28"/>
      <dgm:spPr/>
    </dgm:pt>
    <dgm:pt modelId="{7B33C478-429F-4E92-AE25-D8ECFF8AEC90}" type="pres">
      <dgm:prSet presAssocID="{F87747BC-A146-453E-8E18-DCCD9919C445}" presName="root2" presStyleCnt="0"/>
      <dgm:spPr/>
    </dgm:pt>
    <dgm:pt modelId="{FF1A1EA1-68F5-4D17-A3B3-FFE6DC6FA509}" type="pres">
      <dgm:prSet presAssocID="{F87747BC-A146-453E-8E18-DCCD9919C445}" presName="LevelTwoTextNode" presStyleLbl="node4" presStyleIdx="3" presStyleCnt="28" custScaleX="187246">
        <dgm:presLayoutVars>
          <dgm:chPref val="3"/>
        </dgm:presLayoutVars>
      </dgm:prSet>
      <dgm:spPr>
        <a:xfrm>
          <a:off x="7468908" y="1369960"/>
          <a:ext cx="1192017" cy="363420"/>
        </a:xfrm>
        <a:prstGeom prst="rect">
          <a:avLst/>
        </a:prstGeom>
      </dgm:spPr>
    </dgm:pt>
    <dgm:pt modelId="{748B3A0C-070A-4A2B-ACCF-7B95AA5EF249}" type="pres">
      <dgm:prSet presAssocID="{F87747BC-A146-453E-8E18-DCCD9919C445}" presName="level3hierChild" presStyleCnt="0"/>
      <dgm:spPr/>
    </dgm:pt>
    <dgm:pt modelId="{BE4E434C-2D64-4018-B569-F206FA216006}" type="pres">
      <dgm:prSet presAssocID="{1D1ADAFE-61F9-4E6D-914A-DA7F86267A51}" presName="conn2-1" presStyleLbl="parChTrans1D4" presStyleIdx="4" presStyleCnt="28"/>
      <dgm:spPr/>
    </dgm:pt>
    <dgm:pt modelId="{04377B14-8D8E-4F10-8360-8B02E0B57629}" type="pres">
      <dgm:prSet presAssocID="{1D1ADAFE-61F9-4E6D-914A-DA7F86267A51}" presName="connTx" presStyleLbl="parChTrans1D4" presStyleIdx="4" presStyleCnt="28"/>
      <dgm:spPr/>
    </dgm:pt>
    <dgm:pt modelId="{6DD0A59D-D713-40C4-8718-1BD6F42F752D}" type="pres">
      <dgm:prSet presAssocID="{9D1F45E1-6D23-439F-A627-C58DF10F41BA}" presName="root2" presStyleCnt="0"/>
      <dgm:spPr/>
    </dgm:pt>
    <dgm:pt modelId="{92EDD3D1-9E7D-4A69-AE32-F301AE4C40F3}" type="pres">
      <dgm:prSet presAssocID="{9D1F45E1-6D23-439F-A627-C58DF10F41BA}" presName="LevelTwoTextNode" presStyleLbl="node4" presStyleIdx="4" presStyleCnt="28" custScaleX="163085">
        <dgm:presLayoutVars>
          <dgm:chPref val="3"/>
        </dgm:presLayoutVars>
      </dgm:prSet>
      <dgm:spPr>
        <a:xfrm>
          <a:off x="9939317" y="1369960"/>
          <a:ext cx="1192017" cy="363420"/>
        </a:xfrm>
        <a:prstGeom prst="rect">
          <a:avLst/>
        </a:prstGeom>
      </dgm:spPr>
    </dgm:pt>
    <dgm:pt modelId="{15824129-04AE-48C1-87AD-DB1C63357982}" type="pres">
      <dgm:prSet presAssocID="{9D1F45E1-6D23-439F-A627-C58DF10F41BA}" presName="level3hierChild" presStyleCnt="0"/>
      <dgm:spPr/>
    </dgm:pt>
    <dgm:pt modelId="{F9C2C5B6-EE8F-47C4-A6A5-5D21E77BC2CD}" type="pres">
      <dgm:prSet presAssocID="{6354B8D4-248F-4F4B-A81E-E3D4EC18A565}" presName="conn2-1" presStyleLbl="parChTrans1D3" presStyleIdx="4" presStyleCnt="11"/>
      <dgm:spPr/>
    </dgm:pt>
    <dgm:pt modelId="{6768123C-2963-40A7-B1D7-D272722F61CB}" type="pres">
      <dgm:prSet presAssocID="{6354B8D4-248F-4F4B-A81E-E3D4EC18A565}" presName="connTx" presStyleLbl="parChTrans1D3" presStyleIdx="4" presStyleCnt="11"/>
      <dgm:spPr/>
    </dgm:pt>
    <dgm:pt modelId="{D6EA8693-05B9-466C-9255-94296A626636}" type="pres">
      <dgm:prSet presAssocID="{F5033FB0-E5F6-4AC2-A3BE-0E03991C37EF}" presName="root2" presStyleCnt="0"/>
      <dgm:spPr/>
    </dgm:pt>
    <dgm:pt modelId="{45ABECD0-5951-41F6-86D4-752CC4802463}" type="pres">
      <dgm:prSet presAssocID="{F5033FB0-E5F6-4AC2-A3BE-0E03991C37EF}" presName="LevelTwoTextNode" presStyleLbl="node3" presStyleIdx="4" presStyleCnt="11" custScaleX="141746">
        <dgm:presLayoutVars>
          <dgm:chPref val="3"/>
        </dgm:presLayoutVars>
      </dgm:prSet>
      <dgm:spPr>
        <a:xfrm>
          <a:off x="5731515" y="1710949"/>
          <a:ext cx="1120030" cy="341472"/>
        </a:xfrm>
        <a:prstGeom prst="rect">
          <a:avLst/>
        </a:prstGeom>
      </dgm:spPr>
    </dgm:pt>
    <dgm:pt modelId="{73562A7A-1B87-443B-9840-FB607E297A65}" type="pres">
      <dgm:prSet presAssocID="{F5033FB0-E5F6-4AC2-A3BE-0E03991C37EF}" presName="level3hierChild" presStyleCnt="0"/>
      <dgm:spPr/>
    </dgm:pt>
    <dgm:pt modelId="{35D3F1D1-B8A1-4825-AEA1-D92EFE47C714}" type="pres">
      <dgm:prSet presAssocID="{72AFDD30-DCA3-4C02-BE64-873ABF75134D}" presName="conn2-1" presStyleLbl="parChTrans1D4" presStyleIdx="5" presStyleCnt="28"/>
      <dgm:spPr/>
    </dgm:pt>
    <dgm:pt modelId="{C8676454-4459-470C-8F7F-2D784F296CFC}" type="pres">
      <dgm:prSet presAssocID="{72AFDD30-DCA3-4C02-BE64-873ABF75134D}" presName="connTx" presStyleLbl="parChTrans1D4" presStyleIdx="5" presStyleCnt="28"/>
      <dgm:spPr/>
    </dgm:pt>
    <dgm:pt modelId="{0F444DBA-723C-4B0C-823C-1710FEE114DB}" type="pres">
      <dgm:prSet presAssocID="{710F9A8B-F1EA-4CB6-9149-D021A94BF866}" presName="root2" presStyleCnt="0"/>
      <dgm:spPr/>
    </dgm:pt>
    <dgm:pt modelId="{E63DA227-98B2-467B-9B6D-4C92DC67DCFD}" type="pres">
      <dgm:prSet presAssocID="{710F9A8B-F1EA-4CB6-9149-D021A94BF866}" presName="LevelTwoTextNode" presStyleLbl="node4" presStyleIdx="5" presStyleCnt="28" custScaleX="187388">
        <dgm:presLayoutVars>
          <dgm:chPref val="3"/>
        </dgm:presLayoutVars>
      </dgm:prSet>
      <dgm:spPr>
        <a:xfrm>
          <a:off x="7543120" y="1710949"/>
          <a:ext cx="1120030" cy="341472"/>
        </a:xfrm>
        <a:prstGeom prst="rect">
          <a:avLst/>
        </a:prstGeom>
      </dgm:spPr>
    </dgm:pt>
    <dgm:pt modelId="{11B412C3-B0C1-46D8-B0B0-7DACA2A579AD}" type="pres">
      <dgm:prSet presAssocID="{710F9A8B-F1EA-4CB6-9149-D021A94BF866}" presName="level3hierChild" presStyleCnt="0"/>
      <dgm:spPr/>
    </dgm:pt>
    <dgm:pt modelId="{1032000F-4A83-4D18-8089-174D41BF952F}" type="pres">
      <dgm:prSet presAssocID="{CABA5573-8458-48E1-B733-9EBC37EE0FA2}" presName="conn2-1" presStyleLbl="parChTrans1D2" presStyleIdx="2" presStyleCnt="4"/>
      <dgm:spPr/>
    </dgm:pt>
    <dgm:pt modelId="{43432E08-C4C1-4A66-B23F-4203C316E955}" type="pres">
      <dgm:prSet presAssocID="{CABA5573-8458-48E1-B733-9EBC37EE0FA2}" presName="connTx" presStyleLbl="parChTrans1D2" presStyleIdx="2" presStyleCnt="4"/>
      <dgm:spPr/>
    </dgm:pt>
    <dgm:pt modelId="{3B173243-6E35-4969-8A60-095CE1D4FDC1}" type="pres">
      <dgm:prSet presAssocID="{7E0F5EA2-EB20-40C6-BEA0-01E54BDD93A0}" presName="root2" presStyleCnt="0"/>
      <dgm:spPr/>
    </dgm:pt>
    <dgm:pt modelId="{D5255625-2276-4C7B-B9FC-8679B4B25DE6}" type="pres">
      <dgm:prSet presAssocID="{7E0F5EA2-EB20-40C6-BEA0-01E54BDD93A0}" presName="LevelTwoTextNode" presStyleLbl="node2" presStyleIdx="2" presStyleCnt="4">
        <dgm:presLayoutVars>
          <dgm:chPref val="3"/>
        </dgm:presLayoutVars>
      </dgm:prSet>
      <dgm:spPr/>
    </dgm:pt>
    <dgm:pt modelId="{3DF2ED96-844A-4401-BF87-6E2381DD02D2}" type="pres">
      <dgm:prSet presAssocID="{7E0F5EA2-EB20-40C6-BEA0-01E54BDD93A0}" presName="level3hierChild" presStyleCnt="0"/>
      <dgm:spPr/>
    </dgm:pt>
    <dgm:pt modelId="{F9827FC3-346E-4340-962C-A91603E74C1A}" type="pres">
      <dgm:prSet presAssocID="{C6F82799-3528-41AF-9317-924E30230F61}" presName="conn2-1" presStyleLbl="parChTrans1D3" presStyleIdx="5" presStyleCnt="11"/>
      <dgm:spPr/>
    </dgm:pt>
    <dgm:pt modelId="{807B60AE-2B3A-4FB7-8E5F-3F0A7FF44285}" type="pres">
      <dgm:prSet presAssocID="{C6F82799-3528-41AF-9317-924E30230F61}" presName="connTx" presStyleLbl="parChTrans1D3" presStyleIdx="5" presStyleCnt="11"/>
      <dgm:spPr/>
    </dgm:pt>
    <dgm:pt modelId="{2FFD4AB9-8138-4737-A2A1-FFADCD18008F}" type="pres">
      <dgm:prSet presAssocID="{4E866EB2-820A-44B7-8F1A-2979536024BA}" presName="root2" presStyleCnt="0"/>
      <dgm:spPr/>
    </dgm:pt>
    <dgm:pt modelId="{3654CC79-9D37-4970-8E3D-1937C3875BB1}" type="pres">
      <dgm:prSet presAssocID="{4E866EB2-820A-44B7-8F1A-2979536024BA}" presName="LevelTwoTextNode" presStyleLbl="node3" presStyleIdx="5" presStyleCnt="11" custScaleX="141769">
        <dgm:presLayoutVars>
          <dgm:chPref val="3"/>
        </dgm:presLayoutVars>
      </dgm:prSet>
      <dgm:spPr/>
    </dgm:pt>
    <dgm:pt modelId="{4A2DCF3F-CB9F-4FC9-A0CE-3874529A9D7F}" type="pres">
      <dgm:prSet presAssocID="{4E866EB2-820A-44B7-8F1A-2979536024BA}" presName="level3hierChild" presStyleCnt="0"/>
      <dgm:spPr/>
    </dgm:pt>
    <dgm:pt modelId="{3CA01373-494C-48F8-B671-154F5B09C6C9}" type="pres">
      <dgm:prSet presAssocID="{4CD3F8B9-1638-46ED-8F80-18ADE73371BA}" presName="conn2-1" presStyleLbl="parChTrans1D3" presStyleIdx="6" presStyleCnt="11"/>
      <dgm:spPr/>
    </dgm:pt>
    <dgm:pt modelId="{782F680C-BC5F-4D00-B8D8-07263256E3E0}" type="pres">
      <dgm:prSet presAssocID="{4CD3F8B9-1638-46ED-8F80-18ADE73371BA}" presName="connTx" presStyleLbl="parChTrans1D3" presStyleIdx="6" presStyleCnt="11"/>
      <dgm:spPr/>
    </dgm:pt>
    <dgm:pt modelId="{7D6D8238-F161-4066-B805-9827F83B40DE}" type="pres">
      <dgm:prSet presAssocID="{2BC1157E-1196-49FB-A315-F17A505E6F7B}" presName="root2" presStyleCnt="0"/>
      <dgm:spPr/>
    </dgm:pt>
    <dgm:pt modelId="{C26E1C24-9D93-4398-8C91-985C40354D79}" type="pres">
      <dgm:prSet presAssocID="{2BC1157E-1196-49FB-A315-F17A505E6F7B}" presName="LevelTwoTextNode" presStyleLbl="node3" presStyleIdx="6" presStyleCnt="11" custScaleX="141769">
        <dgm:presLayoutVars>
          <dgm:chPref val="3"/>
        </dgm:presLayoutVars>
      </dgm:prSet>
      <dgm:spPr/>
    </dgm:pt>
    <dgm:pt modelId="{68C3FE5C-044B-48E4-B8C2-F3387D670FF7}" type="pres">
      <dgm:prSet presAssocID="{2BC1157E-1196-49FB-A315-F17A505E6F7B}" presName="level3hierChild" presStyleCnt="0"/>
      <dgm:spPr/>
    </dgm:pt>
    <dgm:pt modelId="{9CA07C03-B382-4871-AF4F-1A7963BC7660}" type="pres">
      <dgm:prSet presAssocID="{46262C39-D8FB-4460-8A0D-2BC012390956}" presName="conn2-1" presStyleLbl="parChTrans1D4" presStyleIdx="6" presStyleCnt="28"/>
      <dgm:spPr/>
    </dgm:pt>
    <dgm:pt modelId="{68CE94D2-17C9-4EB3-9C55-8ED91727FC82}" type="pres">
      <dgm:prSet presAssocID="{46262C39-D8FB-4460-8A0D-2BC012390956}" presName="connTx" presStyleLbl="parChTrans1D4" presStyleIdx="6" presStyleCnt="28"/>
      <dgm:spPr/>
    </dgm:pt>
    <dgm:pt modelId="{CA3734F7-9445-44A8-A31B-A84AC2043B69}" type="pres">
      <dgm:prSet presAssocID="{8CF968F3-0020-49B7-95E9-BF1A3FF84482}" presName="root2" presStyleCnt="0"/>
      <dgm:spPr/>
    </dgm:pt>
    <dgm:pt modelId="{9552CFF4-F115-480F-8788-4C7B43E5424B}" type="pres">
      <dgm:prSet presAssocID="{8CF968F3-0020-49B7-95E9-BF1A3FF84482}" presName="LevelTwoTextNode" presStyleLbl="node4" presStyleIdx="6" presStyleCnt="28" custScaleX="187246">
        <dgm:presLayoutVars>
          <dgm:chPref val="3"/>
        </dgm:presLayoutVars>
      </dgm:prSet>
      <dgm:spPr>
        <a:xfrm>
          <a:off x="7468908" y="2278511"/>
          <a:ext cx="1192017" cy="363420"/>
        </a:xfrm>
        <a:prstGeom prst="rect">
          <a:avLst/>
        </a:prstGeom>
      </dgm:spPr>
    </dgm:pt>
    <dgm:pt modelId="{A03E4184-2C55-4070-8777-362C0BA4DE8E}" type="pres">
      <dgm:prSet presAssocID="{8CF968F3-0020-49B7-95E9-BF1A3FF84482}" presName="level3hierChild" presStyleCnt="0"/>
      <dgm:spPr/>
    </dgm:pt>
    <dgm:pt modelId="{787C2340-9370-4852-BBB3-1BB38A600E9C}" type="pres">
      <dgm:prSet presAssocID="{AD8E8B44-FFC4-427E-B5BF-160C667E4036}" presName="conn2-1" presStyleLbl="parChTrans1D2" presStyleIdx="3" presStyleCnt="4"/>
      <dgm:spPr/>
    </dgm:pt>
    <dgm:pt modelId="{B3E1F5C3-8C86-482B-8D79-7C1E31F1F497}" type="pres">
      <dgm:prSet presAssocID="{AD8E8B44-FFC4-427E-B5BF-160C667E4036}" presName="connTx" presStyleLbl="parChTrans1D2" presStyleIdx="3" presStyleCnt="4"/>
      <dgm:spPr/>
    </dgm:pt>
    <dgm:pt modelId="{692DE7CF-E74A-4E4A-9563-FB89EA9FF2F8}" type="pres">
      <dgm:prSet presAssocID="{8BF80CAF-B826-4309-BEAA-98E422376143}" presName="root2" presStyleCnt="0"/>
      <dgm:spPr/>
    </dgm:pt>
    <dgm:pt modelId="{DBC5C04B-39E5-471F-9C29-D4D99BD729E8}" type="pres">
      <dgm:prSet presAssocID="{8BF80CAF-B826-4309-BEAA-98E422376143}" presName="LevelTwoTextNode" presStyleLbl="node2" presStyleIdx="3" presStyleCnt="4">
        <dgm:presLayoutVars>
          <dgm:chPref val="3"/>
        </dgm:presLayoutVars>
      </dgm:prSet>
      <dgm:spPr/>
    </dgm:pt>
    <dgm:pt modelId="{BB0CCF3E-5EC7-43A3-84BB-48575FF62BEB}" type="pres">
      <dgm:prSet presAssocID="{8BF80CAF-B826-4309-BEAA-98E422376143}" presName="level3hierChild" presStyleCnt="0"/>
      <dgm:spPr/>
    </dgm:pt>
    <dgm:pt modelId="{7B022C26-8807-452B-A592-9F7D484E8D63}" type="pres">
      <dgm:prSet presAssocID="{FD4FCEB3-C095-4897-A937-1D043414C7C2}" presName="conn2-1" presStyleLbl="parChTrans1D3" presStyleIdx="7" presStyleCnt="11"/>
      <dgm:spPr/>
    </dgm:pt>
    <dgm:pt modelId="{C43B1E31-8DBC-4368-B773-2B43515DD6DF}" type="pres">
      <dgm:prSet presAssocID="{FD4FCEB3-C095-4897-A937-1D043414C7C2}" presName="connTx" presStyleLbl="parChTrans1D3" presStyleIdx="7" presStyleCnt="11"/>
      <dgm:spPr/>
    </dgm:pt>
    <dgm:pt modelId="{4194E0B9-3C0A-41E1-9E3C-CE11150BB675}" type="pres">
      <dgm:prSet presAssocID="{E50B7DFA-B3EE-4E6A-BBF2-18192D34034E}" presName="root2" presStyleCnt="0"/>
      <dgm:spPr/>
    </dgm:pt>
    <dgm:pt modelId="{05D85CD4-BC52-445D-8135-A6AE0C87FB5B}" type="pres">
      <dgm:prSet presAssocID="{E50B7DFA-B3EE-4E6A-BBF2-18192D34034E}" presName="LevelTwoTextNode" presStyleLbl="node3" presStyleIdx="7" presStyleCnt="11" custScaleX="141769">
        <dgm:presLayoutVars>
          <dgm:chPref val="3"/>
        </dgm:presLayoutVars>
      </dgm:prSet>
      <dgm:spPr/>
    </dgm:pt>
    <dgm:pt modelId="{6D20098E-4325-44FF-8A17-56C893E0DB9C}" type="pres">
      <dgm:prSet presAssocID="{E50B7DFA-B3EE-4E6A-BBF2-18192D34034E}" presName="level3hierChild" presStyleCnt="0"/>
      <dgm:spPr/>
    </dgm:pt>
    <dgm:pt modelId="{0355F5C9-3249-452A-BA05-20B61D939DAC}" type="pres">
      <dgm:prSet presAssocID="{72577E22-0D4B-40C5-BA25-EF05DF16F70C}" presName="conn2-1" presStyleLbl="parChTrans1D4" presStyleIdx="7" presStyleCnt="28"/>
      <dgm:spPr/>
    </dgm:pt>
    <dgm:pt modelId="{057C3C44-902C-4A95-AA3F-8FC97B6ACD45}" type="pres">
      <dgm:prSet presAssocID="{72577E22-0D4B-40C5-BA25-EF05DF16F70C}" presName="connTx" presStyleLbl="parChTrans1D4" presStyleIdx="7" presStyleCnt="28"/>
      <dgm:spPr/>
    </dgm:pt>
    <dgm:pt modelId="{1311401B-376D-45E8-A73C-BF1059B47301}" type="pres">
      <dgm:prSet presAssocID="{92187B84-75BC-451D-A754-D1F855372D3D}" presName="root2" presStyleCnt="0"/>
      <dgm:spPr/>
    </dgm:pt>
    <dgm:pt modelId="{79550393-03C6-48D3-84EA-1B020A5821E6}" type="pres">
      <dgm:prSet presAssocID="{92187B84-75BC-451D-A754-D1F855372D3D}" presName="LevelTwoTextNode" presStyleLbl="node4" presStyleIdx="7" presStyleCnt="28" custScaleX="187132">
        <dgm:presLayoutVars>
          <dgm:chPref val="3"/>
        </dgm:presLayoutVars>
      </dgm:prSet>
      <dgm:spPr/>
    </dgm:pt>
    <dgm:pt modelId="{933A8181-C56B-4F6E-96AE-EBA683D1AA8F}" type="pres">
      <dgm:prSet presAssocID="{92187B84-75BC-451D-A754-D1F855372D3D}" presName="level3hierChild" presStyleCnt="0"/>
      <dgm:spPr/>
    </dgm:pt>
    <dgm:pt modelId="{C8EC8AAD-9F35-4326-8F4C-06D9DBFC2878}" type="pres">
      <dgm:prSet presAssocID="{E2997A58-22B9-4DFF-91E5-35510D0823BB}" presName="conn2-1" presStyleLbl="parChTrans1D4" presStyleIdx="8" presStyleCnt="28"/>
      <dgm:spPr/>
    </dgm:pt>
    <dgm:pt modelId="{5EC8DE15-C303-4C5D-8A24-8DDE33BD1FAE}" type="pres">
      <dgm:prSet presAssocID="{E2997A58-22B9-4DFF-91E5-35510D0823BB}" presName="connTx" presStyleLbl="parChTrans1D4" presStyleIdx="8" presStyleCnt="28"/>
      <dgm:spPr/>
    </dgm:pt>
    <dgm:pt modelId="{FBA9A32D-9F0B-4430-B511-6F3D6B0FA5AB}" type="pres">
      <dgm:prSet presAssocID="{A1AA5E55-FEE0-4C03-AACB-FAA7F2E69AFB}" presName="root2" presStyleCnt="0"/>
      <dgm:spPr/>
    </dgm:pt>
    <dgm:pt modelId="{C1DA2DE0-497E-47A4-91CB-A9083CC7D6FF}" type="pres">
      <dgm:prSet presAssocID="{A1AA5E55-FEE0-4C03-AACB-FAA7F2E69AFB}" presName="LevelTwoTextNode" presStyleLbl="node4" presStyleIdx="8" presStyleCnt="28" custScaleX="163093">
        <dgm:presLayoutVars>
          <dgm:chPref val="3"/>
        </dgm:presLayoutVars>
      </dgm:prSet>
      <dgm:spPr/>
    </dgm:pt>
    <dgm:pt modelId="{0984BE92-EBDC-4950-866C-69D6D08B9AAD}" type="pres">
      <dgm:prSet presAssocID="{A1AA5E55-FEE0-4C03-AACB-FAA7F2E69AFB}" presName="level3hierChild" presStyleCnt="0"/>
      <dgm:spPr/>
    </dgm:pt>
    <dgm:pt modelId="{F77947F4-E628-4540-8E0E-3D6C47C8D579}" type="pres">
      <dgm:prSet presAssocID="{4BB26142-078E-4142-ADBC-A2ECA3CE82B5}" presName="conn2-1" presStyleLbl="parChTrans1D4" presStyleIdx="9" presStyleCnt="28"/>
      <dgm:spPr/>
    </dgm:pt>
    <dgm:pt modelId="{A64744A6-4D5F-46F6-8E9D-7BC4335EDF1F}" type="pres">
      <dgm:prSet presAssocID="{4BB26142-078E-4142-ADBC-A2ECA3CE82B5}" presName="connTx" presStyleLbl="parChTrans1D4" presStyleIdx="9" presStyleCnt="28"/>
      <dgm:spPr/>
    </dgm:pt>
    <dgm:pt modelId="{6ACA754B-751E-4431-AFDB-1CA0AC293B38}" type="pres">
      <dgm:prSet presAssocID="{2771BAF1-C2B1-46FE-878C-C11F54229050}" presName="root2" presStyleCnt="0"/>
      <dgm:spPr/>
    </dgm:pt>
    <dgm:pt modelId="{EBDAB538-7B47-402A-8542-636305905391}" type="pres">
      <dgm:prSet presAssocID="{2771BAF1-C2B1-46FE-878C-C11F54229050}" presName="LevelTwoTextNode" presStyleLbl="node4" presStyleIdx="9" presStyleCnt="28" custScaleX="148930">
        <dgm:presLayoutVars>
          <dgm:chPref val="3"/>
        </dgm:presLayoutVars>
      </dgm:prSet>
      <dgm:spPr/>
    </dgm:pt>
    <dgm:pt modelId="{3B7E4033-82EF-4AEE-8E39-901A9A61886E}" type="pres">
      <dgm:prSet presAssocID="{2771BAF1-C2B1-46FE-878C-C11F54229050}" presName="level3hierChild" presStyleCnt="0"/>
      <dgm:spPr/>
    </dgm:pt>
    <dgm:pt modelId="{5675C774-A74D-4654-8A8E-F4100D61F868}" type="pres">
      <dgm:prSet presAssocID="{9797AE37-5D14-48A6-82E7-31AEEC31F2E8}" presName="conn2-1" presStyleLbl="parChTrans1D4" presStyleIdx="10" presStyleCnt="28"/>
      <dgm:spPr/>
    </dgm:pt>
    <dgm:pt modelId="{90AEE3A9-489A-407F-8500-C21A72125384}" type="pres">
      <dgm:prSet presAssocID="{9797AE37-5D14-48A6-82E7-31AEEC31F2E8}" presName="connTx" presStyleLbl="parChTrans1D4" presStyleIdx="10" presStyleCnt="28"/>
      <dgm:spPr/>
    </dgm:pt>
    <dgm:pt modelId="{7A7EA9BE-E41D-430C-B3B3-84D66408CE99}" type="pres">
      <dgm:prSet presAssocID="{51AA43FE-4441-4632-88DA-EB63C3B48E36}" presName="root2" presStyleCnt="0"/>
      <dgm:spPr/>
    </dgm:pt>
    <dgm:pt modelId="{F793FC48-B0B3-4C1E-8C7E-3D22D89010B0}" type="pres">
      <dgm:prSet presAssocID="{51AA43FE-4441-4632-88DA-EB63C3B48E36}" presName="LevelTwoTextNode" presStyleLbl="node4" presStyleIdx="10" presStyleCnt="28" custScaleX="187132">
        <dgm:presLayoutVars>
          <dgm:chPref val="3"/>
        </dgm:presLayoutVars>
      </dgm:prSet>
      <dgm:spPr/>
    </dgm:pt>
    <dgm:pt modelId="{FE246DED-26F5-4DB1-B4B6-4FD35822A800}" type="pres">
      <dgm:prSet presAssocID="{51AA43FE-4441-4632-88DA-EB63C3B48E36}" presName="level3hierChild" presStyleCnt="0"/>
      <dgm:spPr/>
    </dgm:pt>
    <dgm:pt modelId="{716BD459-FD3E-42CB-A82A-7D4C8A2161EE}" type="pres">
      <dgm:prSet presAssocID="{EED46F4B-E8DD-4390-934F-FA87BE5D1D1F}" presName="conn2-1" presStyleLbl="parChTrans1D4" presStyleIdx="11" presStyleCnt="28"/>
      <dgm:spPr/>
    </dgm:pt>
    <dgm:pt modelId="{6451B49E-C501-4FF3-9D7E-7C233CAD3331}" type="pres">
      <dgm:prSet presAssocID="{EED46F4B-E8DD-4390-934F-FA87BE5D1D1F}" presName="connTx" presStyleLbl="parChTrans1D4" presStyleIdx="11" presStyleCnt="28"/>
      <dgm:spPr/>
    </dgm:pt>
    <dgm:pt modelId="{568593B0-65B7-426A-BA9C-BD0A479C12DF}" type="pres">
      <dgm:prSet presAssocID="{692E34A9-B1A3-464F-917B-3D849BC36261}" presName="root2" presStyleCnt="0"/>
      <dgm:spPr/>
    </dgm:pt>
    <dgm:pt modelId="{87DFBFBA-9C84-487B-8E54-D44ECA165587}" type="pres">
      <dgm:prSet presAssocID="{692E34A9-B1A3-464F-917B-3D849BC36261}" presName="LevelTwoTextNode" presStyleLbl="node4" presStyleIdx="11" presStyleCnt="28" custScaleX="163093">
        <dgm:presLayoutVars>
          <dgm:chPref val="3"/>
        </dgm:presLayoutVars>
      </dgm:prSet>
      <dgm:spPr>
        <a:xfrm>
          <a:off x="9795268" y="3221152"/>
          <a:ext cx="1719645" cy="321462"/>
        </a:xfrm>
        <a:prstGeom prst="rect">
          <a:avLst/>
        </a:prstGeom>
      </dgm:spPr>
    </dgm:pt>
    <dgm:pt modelId="{31D3A463-8C9B-43A1-BC42-512D491FF30B}" type="pres">
      <dgm:prSet presAssocID="{692E34A9-B1A3-464F-917B-3D849BC36261}" presName="level3hierChild" presStyleCnt="0"/>
      <dgm:spPr/>
    </dgm:pt>
    <dgm:pt modelId="{004A3D80-742D-4050-978E-865CE99FCA54}" type="pres">
      <dgm:prSet presAssocID="{260CA2B2-64B4-4740-A391-CE188E26B2DF}" presName="conn2-1" presStyleLbl="parChTrans1D4" presStyleIdx="12" presStyleCnt="28"/>
      <dgm:spPr/>
    </dgm:pt>
    <dgm:pt modelId="{7BFE44F3-FFE6-4491-8823-2C15083F5D9D}" type="pres">
      <dgm:prSet presAssocID="{260CA2B2-64B4-4740-A391-CE188E26B2DF}" presName="connTx" presStyleLbl="parChTrans1D4" presStyleIdx="12" presStyleCnt="28"/>
      <dgm:spPr/>
    </dgm:pt>
    <dgm:pt modelId="{72D181D6-141C-4CCC-A71B-26A0591646E5}" type="pres">
      <dgm:prSet presAssocID="{CB2855E3-1077-4AAA-AC0B-B4818CE62ADC}" presName="root2" presStyleCnt="0"/>
      <dgm:spPr/>
    </dgm:pt>
    <dgm:pt modelId="{A723F219-5BD4-4EC2-9E09-73E9AE062AE5}" type="pres">
      <dgm:prSet presAssocID="{CB2855E3-1077-4AAA-AC0B-B4818CE62ADC}" presName="LevelTwoTextNode" presStyleLbl="node4" presStyleIdx="12" presStyleCnt="28" custScaleX="163093">
        <dgm:presLayoutVars>
          <dgm:chPref val="3"/>
        </dgm:presLayoutVars>
      </dgm:prSet>
      <dgm:spPr>
        <a:xfrm>
          <a:off x="9795268" y="3622979"/>
          <a:ext cx="1719645" cy="321462"/>
        </a:xfrm>
        <a:prstGeom prst="rect">
          <a:avLst/>
        </a:prstGeom>
      </dgm:spPr>
    </dgm:pt>
    <dgm:pt modelId="{B3EE6310-776C-4901-893C-D8ED125AEF64}" type="pres">
      <dgm:prSet presAssocID="{CB2855E3-1077-4AAA-AC0B-B4818CE62ADC}" presName="level3hierChild" presStyleCnt="0"/>
      <dgm:spPr/>
    </dgm:pt>
    <dgm:pt modelId="{EFA6D4A5-BB87-44CF-9E0A-171B993A1184}" type="pres">
      <dgm:prSet presAssocID="{EE94BAEC-0BFB-4E00-A903-1E58F6C3201B}" presName="conn2-1" presStyleLbl="parChTrans1D4" presStyleIdx="13" presStyleCnt="28"/>
      <dgm:spPr/>
    </dgm:pt>
    <dgm:pt modelId="{4EAC7479-2F72-4D0A-A562-705CFB9CEE88}" type="pres">
      <dgm:prSet presAssocID="{EE94BAEC-0BFB-4E00-A903-1E58F6C3201B}" presName="connTx" presStyleLbl="parChTrans1D4" presStyleIdx="13" presStyleCnt="28"/>
      <dgm:spPr/>
    </dgm:pt>
    <dgm:pt modelId="{8DF9A222-985A-45D1-A656-4AEC82372B1E}" type="pres">
      <dgm:prSet presAssocID="{C9052A13-9250-440F-988B-F9E37D0E91EA}" presName="root2" presStyleCnt="0"/>
      <dgm:spPr/>
    </dgm:pt>
    <dgm:pt modelId="{846CF96E-0562-414A-BDF2-C2AFC4984D7C}" type="pres">
      <dgm:prSet presAssocID="{C9052A13-9250-440F-988B-F9E37D0E91EA}" presName="LevelTwoTextNode" presStyleLbl="node4" presStyleIdx="13" presStyleCnt="28" custScaleX="187132">
        <dgm:presLayoutVars>
          <dgm:chPref val="3"/>
        </dgm:presLayoutVars>
      </dgm:prSet>
      <dgm:spPr/>
    </dgm:pt>
    <dgm:pt modelId="{21922A2D-8DBF-4993-801D-040E95AC34C5}" type="pres">
      <dgm:prSet presAssocID="{C9052A13-9250-440F-988B-F9E37D0E91EA}" presName="level3hierChild" presStyleCnt="0"/>
      <dgm:spPr/>
    </dgm:pt>
    <dgm:pt modelId="{36970A07-1FEA-4C8A-B1AF-014FF733202A}" type="pres">
      <dgm:prSet presAssocID="{E72A1C2F-6DD0-42B6-BE12-18EF30927D8F}" presName="conn2-1" presStyleLbl="parChTrans1D4" presStyleIdx="14" presStyleCnt="28"/>
      <dgm:spPr/>
    </dgm:pt>
    <dgm:pt modelId="{E9A76219-AFA0-4E6F-B05F-A5660211AE76}" type="pres">
      <dgm:prSet presAssocID="{E72A1C2F-6DD0-42B6-BE12-18EF30927D8F}" presName="connTx" presStyleLbl="parChTrans1D4" presStyleIdx="14" presStyleCnt="28"/>
      <dgm:spPr/>
    </dgm:pt>
    <dgm:pt modelId="{EA8BED0A-9F89-497C-8700-1AB4CD2AE004}" type="pres">
      <dgm:prSet presAssocID="{88C5FA47-C2F6-4F2C-B587-29B486C70EDA}" presName="root2" presStyleCnt="0"/>
      <dgm:spPr/>
    </dgm:pt>
    <dgm:pt modelId="{F7DADEAC-C53E-4E25-94FB-F1F6BC6A9C40}" type="pres">
      <dgm:prSet presAssocID="{88C5FA47-C2F6-4F2C-B587-29B486C70EDA}" presName="LevelTwoTextNode" presStyleLbl="node4" presStyleIdx="14" presStyleCnt="28" custScaleX="163093">
        <dgm:presLayoutVars>
          <dgm:chPref val="3"/>
        </dgm:presLayoutVars>
      </dgm:prSet>
      <dgm:spPr/>
    </dgm:pt>
    <dgm:pt modelId="{AD839D84-684F-4B92-8CCC-43D7BA4DC750}" type="pres">
      <dgm:prSet presAssocID="{88C5FA47-C2F6-4F2C-B587-29B486C70EDA}" presName="level3hierChild" presStyleCnt="0"/>
      <dgm:spPr/>
    </dgm:pt>
    <dgm:pt modelId="{070923CC-892B-4935-83F9-AC52C8D6D4D8}" type="pres">
      <dgm:prSet presAssocID="{8D087674-D0D0-4F80-B80E-FAA76746B48A}" presName="conn2-1" presStyleLbl="parChTrans1D4" presStyleIdx="15" presStyleCnt="28"/>
      <dgm:spPr/>
    </dgm:pt>
    <dgm:pt modelId="{3A9F1188-F211-4773-9606-3A67594B8431}" type="pres">
      <dgm:prSet presAssocID="{8D087674-D0D0-4F80-B80E-FAA76746B48A}" presName="connTx" presStyleLbl="parChTrans1D4" presStyleIdx="15" presStyleCnt="28"/>
      <dgm:spPr/>
    </dgm:pt>
    <dgm:pt modelId="{3F2F9A13-DE40-4656-9CE1-6D00C8C516CF}" type="pres">
      <dgm:prSet presAssocID="{B43370F6-5DB6-48E7-9BE5-BE1E2C52060D}" presName="root2" presStyleCnt="0"/>
      <dgm:spPr/>
    </dgm:pt>
    <dgm:pt modelId="{D0A91FB5-D073-4453-BFBA-B51D82271F6B}" type="pres">
      <dgm:prSet presAssocID="{B43370F6-5DB6-48E7-9BE5-BE1E2C52060D}" presName="LevelTwoTextNode" presStyleLbl="node4" presStyleIdx="15" presStyleCnt="28" custScaleX="187132">
        <dgm:presLayoutVars>
          <dgm:chPref val="3"/>
        </dgm:presLayoutVars>
      </dgm:prSet>
      <dgm:spPr/>
    </dgm:pt>
    <dgm:pt modelId="{03D4BDEB-53DD-4812-818B-867B3231148A}" type="pres">
      <dgm:prSet presAssocID="{B43370F6-5DB6-48E7-9BE5-BE1E2C52060D}" presName="level3hierChild" presStyleCnt="0"/>
      <dgm:spPr/>
    </dgm:pt>
    <dgm:pt modelId="{B91F84AC-3889-48D0-8909-290EE8B11229}" type="pres">
      <dgm:prSet presAssocID="{D6D7AEC9-C5B7-4299-BF9D-3C3FBB23B318}" presName="conn2-1" presStyleLbl="parChTrans1D4" presStyleIdx="16" presStyleCnt="28"/>
      <dgm:spPr/>
    </dgm:pt>
    <dgm:pt modelId="{61F63498-8206-413E-B3B1-9845FA10D45D}" type="pres">
      <dgm:prSet presAssocID="{D6D7AEC9-C5B7-4299-BF9D-3C3FBB23B318}" presName="connTx" presStyleLbl="parChTrans1D4" presStyleIdx="16" presStyleCnt="28"/>
      <dgm:spPr/>
    </dgm:pt>
    <dgm:pt modelId="{02BE3210-79F6-449D-A4E7-7A2524CC1697}" type="pres">
      <dgm:prSet presAssocID="{26376974-C4C2-4ED5-B2EC-2AC43D6A6D6C}" presName="root2" presStyleCnt="0"/>
      <dgm:spPr/>
    </dgm:pt>
    <dgm:pt modelId="{0A4EFB6A-3300-493D-80B1-567F3720B574}" type="pres">
      <dgm:prSet presAssocID="{26376974-C4C2-4ED5-B2EC-2AC43D6A6D6C}" presName="LevelTwoTextNode" presStyleLbl="node4" presStyleIdx="16" presStyleCnt="28" custScaleX="162960">
        <dgm:presLayoutVars>
          <dgm:chPref val="3"/>
        </dgm:presLayoutVars>
      </dgm:prSet>
      <dgm:spPr>
        <a:xfrm>
          <a:off x="9795268" y="4426635"/>
          <a:ext cx="1718243" cy="321462"/>
        </a:xfrm>
        <a:prstGeom prst="rect">
          <a:avLst/>
        </a:prstGeom>
      </dgm:spPr>
    </dgm:pt>
    <dgm:pt modelId="{BA699CE9-EC28-46E1-BED8-12C3FE85990A}" type="pres">
      <dgm:prSet presAssocID="{26376974-C4C2-4ED5-B2EC-2AC43D6A6D6C}" presName="level3hierChild" presStyleCnt="0"/>
      <dgm:spPr/>
    </dgm:pt>
    <dgm:pt modelId="{55173FB4-6291-4690-9692-707EABEAB368}" type="pres">
      <dgm:prSet presAssocID="{50E35B8C-D04B-40C5-A582-4DFBC7E6A2B3}" presName="conn2-1" presStyleLbl="parChTrans1D3" presStyleIdx="8" presStyleCnt="11"/>
      <dgm:spPr/>
    </dgm:pt>
    <dgm:pt modelId="{4CE268DD-58D7-4A83-91E4-D25AA7EC2272}" type="pres">
      <dgm:prSet presAssocID="{50E35B8C-D04B-40C5-A582-4DFBC7E6A2B3}" presName="connTx" presStyleLbl="parChTrans1D3" presStyleIdx="8" presStyleCnt="11"/>
      <dgm:spPr/>
    </dgm:pt>
    <dgm:pt modelId="{AF3B9B02-200A-4588-B259-141D1A8E0269}" type="pres">
      <dgm:prSet presAssocID="{7E85E0F5-F460-4656-804F-0C434BB1982C}" presName="root2" presStyleCnt="0"/>
      <dgm:spPr/>
    </dgm:pt>
    <dgm:pt modelId="{4108B0E5-3168-4145-A2EE-B6C482495257}" type="pres">
      <dgm:prSet presAssocID="{7E85E0F5-F460-4656-804F-0C434BB1982C}" presName="LevelTwoTextNode" presStyleLbl="node3" presStyleIdx="8" presStyleCnt="11" custScaleX="141769">
        <dgm:presLayoutVars>
          <dgm:chPref val="3"/>
        </dgm:presLayoutVars>
      </dgm:prSet>
      <dgm:spPr/>
    </dgm:pt>
    <dgm:pt modelId="{C854D754-E128-42B0-AED5-9C05B3FB3916}" type="pres">
      <dgm:prSet presAssocID="{7E85E0F5-F460-4656-804F-0C434BB1982C}" presName="level3hierChild" presStyleCnt="0"/>
      <dgm:spPr/>
    </dgm:pt>
    <dgm:pt modelId="{949E51DE-E31E-424A-B33D-032F942A9575}" type="pres">
      <dgm:prSet presAssocID="{CD17E10C-C605-4E9F-92A9-941977F01C73}" presName="conn2-1" presStyleLbl="parChTrans1D4" presStyleIdx="17" presStyleCnt="28"/>
      <dgm:spPr/>
    </dgm:pt>
    <dgm:pt modelId="{B164ECF3-F6EC-441E-BAE0-C5E45A2BF58B}" type="pres">
      <dgm:prSet presAssocID="{CD17E10C-C605-4E9F-92A9-941977F01C73}" presName="connTx" presStyleLbl="parChTrans1D4" presStyleIdx="17" presStyleCnt="28"/>
      <dgm:spPr/>
    </dgm:pt>
    <dgm:pt modelId="{96E4B517-0681-49B5-A715-7893D63349CE}" type="pres">
      <dgm:prSet presAssocID="{9C993554-6543-414C-9EA2-D677117D1E0C}" presName="root2" presStyleCnt="0"/>
      <dgm:spPr/>
    </dgm:pt>
    <dgm:pt modelId="{29078559-FA36-4C39-B4C3-76B7B997981E}" type="pres">
      <dgm:prSet presAssocID="{9C993554-6543-414C-9EA2-D677117D1E0C}" presName="LevelTwoTextNode" presStyleLbl="node4" presStyleIdx="17" presStyleCnt="28" custScaleX="187132">
        <dgm:presLayoutVars>
          <dgm:chPref val="3"/>
        </dgm:presLayoutVars>
      </dgm:prSet>
      <dgm:spPr/>
    </dgm:pt>
    <dgm:pt modelId="{19CCDF39-A398-4675-BAA1-8A21321CBA79}" type="pres">
      <dgm:prSet presAssocID="{9C993554-6543-414C-9EA2-D677117D1E0C}" presName="level3hierChild" presStyleCnt="0"/>
      <dgm:spPr/>
    </dgm:pt>
    <dgm:pt modelId="{BF6A7581-ED12-4820-B5CD-B7A419D8FE06}" type="pres">
      <dgm:prSet presAssocID="{3347E179-88EF-419E-BDB1-CF4C8F7F720D}" presName="conn2-1" presStyleLbl="parChTrans1D4" presStyleIdx="18" presStyleCnt="28"/>
      <dgm:spPr/>
    </dgm:pt>
    <dgm:pt modelId="{7B0DD98D-1C69-40A9-8970-87FDE4D1AD46}" type="pres">
      <dgm:prSet presAssocID="{3347E179-88EF-419E-BDB1-CF4C8F7F720D}" presName="connTx" presStyleLbl="parChTrans1D4" presStyleIdx="18" presStyleCnt="28"/>
      <dgm:spPr/>
    </dgm:pt>
    <dgm:pt modelId="{54AF284A-A293-414D-88D2-6DADF463ACF6}" type="pres">
      <dgm:prSet presAssocID="{241BCBEE-066A-4E39-904E-E670FBC4AF98}" presName="root2" presStyleCnt="0"/>
      <dgm:spPr/>
    </dgm:pt>
    <dgm:pt modelId="{52F87042-8242-49A2-AF5F-CF960EAF18B1}" type="pres">
      <dgm:prSet presAssocID="{241BCBEE-066A-4E39-904E-E670FBC4AF98}" presName="LevelTwoTextNode" presStyleLbl="node4" presStyleIdx="18" presStyleCnt="28" custScaleX="163093">
        <dgm:presLayoutVars>
          <dgm:chPref val="3"/>
        </dgm:presLayoutVars>
      </dgm:prSet>
      <dgm:spPr/>
    </dgm:pt>
    <dgm:pt modelId="{E496E2FD-6FFC-47ED-AC84-1523BEB98232}" type="pres">
      <dgm:prSet presAssocID="{241BCBEE-066A-4E39-904E-E670FBC4AF98}" presName="level3hierChild" presStyleCnt="0"/>
      <dgm:spPr/>
    </dgm:pt>
    <dgm:pt modelId="{F263DED9-B469-41B0-9621-ACD07D4933C9}" type="pres">
      <dgm:prSet presAssocID="{FCF47904-A255-4695-A6D9-D87A760C7CCC}" presName="conn2-1" presStyleLbl="parChTrans1D4" presStyleIdx="19" presStyleCnt="28"/>
      <dgm:spPr/>
    </dgm:pt>
    <dgm:pt modelId="{DE20CD38-76E7-47CF-8722-2B8C95849565}" type="pres">
      <dgm:prSet presAssocID="{FCF47904-A255-4695-A6D9-D87A760C7CCC}" presName="connTx" presStyleLbl="parChTrans1D4" presStyleIdx="19" presStyleCnt="28"/>
      <dgm:spPr/>
    </dgm:pt>
    <dgm:pt modelId="{0C221A86-FD6E-41A8-8312-AB2E886FC632}" type="pres">
      <dgm:prSet presAssocID="{91AA8CAF-ECDC-4331-B650-DB7496355D2D}" presName="root2" presStyleCnt="0"/>
      <dgm:spPr/>
    </dgm:pt>
    <dgm:pt modelId="{DCFD5A5F-8DD0-4047-B62E-BB8724896401}" type="pres">
      <dgm:prSet presAssocID="{91AA8CAF-ECDC-4331-B650-DB7496355D2D}" presName="LevelTwoTextNode" presStyleLbl="node4" presStyleIdx="19" presStyleCnt="28" custScaleX="148930">
        <dgm:presLayoutVars>
          <dgm:chPref val="3"/>
        </dgm:presLayoutVars>
      </dgm:prSet>
      <dgm:spPr/>
    </dgm:pt>
    <dgm:pt modelId="{57F91234-8274-458D-9758-37A21B108A0F}" type="pres">
      <dgm:prSet presAssocID="{91AA8CAF-ECDC-4331-B650-DB7496355D2D}" presName="level3hierChild" presStyleCnt="0"/>
      <dgm:spPr/>
    </dgm:pt>
    <dgm:pt modelId="{6E5A0142-AA78-45CB-9841-AB2249D625F4}" type="pres">
      <dgm:prSet presAssocID="{5A53E972-9F49-4291-B150-5B751608CC5C}" presName="conn2-1" presStyleLbl="parChTrans1D4" presStyleIdx="20" presStyleCnt="28"/>
      <dgm:spPr/>
    </dgm:pt>
    <dgm:pt modelId="{46618C5B-99A2-4D74-BCF0-5861A26544F9}" type="pres">
      <dgm:prSet presAssocID="{5A53E972-9F49-4291-B150-5B751608CC5C}" presName="connTx" presStyleLbl="parChTrans1D4" presStyleIdx="20" presStyleCnt="28"/>
      <dgm:spPr/>
    </dgm:pt>
    <dgm:pt modelId="{3A0DF588-A6B3-4FBE-83D4-AA4A942330EF}" type="pres">
      <dgm:prSet presAssocID="{593A0B31-39D1-472B-BFB9-79B329F6642F}" presName="root2" presStyleCnt="0"/>
      <dgm:spPr/>
    </dgm:pt>
    <dgm:pt modelId="{63CC58FB-8F38-451E-8314-235302411DF0}" type="pres">
      <dgm:prSet presAssocID="{593A0B31-39D1-472B-BFB9-79B329F6642F}" presName="LevelTwoTextNode" presStyleLbl="node4" presStyleIdx="20" presStyleCnt="28" custScaleX="187132">
        <dgm:presLayoutVars>
          <dgm:chPref val="3"/>
        </dgm:presLayoutVars>
      </dgm:prSet>
      <dgm:spPr/>
    </dgm:pt>
    <dgm:pt modelId="{78B440D7-F16E-4DCE-81AD-795EA75F829B}" type="pres">
      <dgm:prSet presAssocID="{593A0B31-39D1-472B-BFB9-79B329F6642F}" presName="level3hierChild" presStyleCnt="0"/>
      <dgm:spPr/>
    </dgm:pt>
    <dgm:pt modelId="{B2A362C5-71C1-4DFF-9C60-91C7F0C69889}" type="pres">
      <dgm:prSet presAssocID="{5509352C-24AD-4655-87AA-835BC96B0B41}" presName="conn2-1" presStyleLbl="parChTrans1D4" presStyleIdx="21" presStyleCnt="28"/>
      <dgm:spPr/>
    </dgm:pt>
    <dgm:pt modelId="{C19C104F-F534-4E0B-B291-8A8EA61FF5E5}" type="pres">
      <dgm:prSet presAssocID="{5509352C-24AD-4655-87AA-835BC96B0B41}" presName="connTx" presStyleLbl="parChTrans1D4" presStyleIdx="21" presStyleCnt="28"/>
      <dgm:spPr/>
    </dgm:pt>
    <dgm:pt modelId="{54F3B396-CE15-4926-A5C9-B177B28CC332}" type="pres">
      <dgm:prSet presAssocID="{86EFB58A-AB37-463E-BD85-B8702165B454}" presName="root2" presStyleCnt="0"/>
      <dgm:spPr/>
    </dgm:pt>
    <dgm:pt modelId="{39716EE5-5A7F-49E7-A32B-A55A4AE9043E}" type="pres">
      <dgm:prSet presAssocID="{86EFB58A-AB37-463E-BD85-B8702165B454}" presName="LevelTwoTextNode" presStyleLbl="node4" presStyleIdx="21" presStyleCnt="28" custScaleX="163093">
        <dgm:presLayoutVars>
          <dgm:chPref val="3"/>
        </dgm:presLayoutVars>
      </dgm:prSet>
      <dgm:spPr>
        <a:xfrm>
          <a:off x="9795268" y="5230290"/>
          <a:ext cx="1719645" cy="321462"/>
        </a:xfrm>
        <a:prstGeom prst="rect">
          <a:avLst/>
        </a:prstGeom>
      </dgm:spPr>
    </dgm:pt>
    <dgm:pt modelId="{9A52E6C9-F0E4-43EB-AA58-9579F639ABE7}" type="pres">
      <dgm:prSet presAssocID="{86EFB58A-AB37-463E-BD85-B8702165B454}" presName="level3hierChild" presStyleCnt="0"/>
      <dgm:spPr/>
    </dgm:pt>
    <dgm:pt modelId="{F498624E-0891-4062-B1FE-F10494426438}" type="pres">
      <dgm:prSet presAssocID="{E1226CDC-F505-4D48-96E3-0C2A9A200E6B}" presName="conn2-1" presStyleLbl="parChTrans1D4" presStyleIdx="22" presStyleCnt="28"/>
      <dgm:spPr/>
    </dgm:pt>
    <dgm:pt modelId="{8746C8D2-9628-4160-85DA-C1CA58B80AC5}" type="pres">
      <dgm:prSet presAssocID="{E1226CDC-F505-4D48-96E3-0C2A9A200E6B}" presName="connTx" presStyleLbl="parChTrans1D4" presStyleIdx="22" presStyleCnt="28"/>
      <dgm:spPr/>
    </dgm:pt>
    <dgm:pt modelId="{ABE73985-E9C5-405F-AF8E-5F2B3D623CFF}" type="pres">
      <dgm:prSet presAssocID="{8A83B7FC-9873-4BF0-A994-DA8138ABF014}" presName="root2" presStyleCnt="0"/>
      <dgm:spPr/>
    </dgm:pt>
    <dgm:pt modelId="{54AA250F-D096-4BAE-841D-30508CD1B687}" type="pres">
      <dgm:prSet presAssocID="{8A83B7FC-9873-4BF0-A994-DA8138ABF014}" presName="LevelTwoTextNode" presStyleLbl="node4" presStyleIdx="22" presStyleCnt="28" custScaleX="148863">
        <dgm:presLayoutVars>
          <dgm:chPref val="3"/>
        </dgm:presLayoutVars>
      </dgm:prSet>
      <dgm:spPr>
        <a:xfrm>
          <a:off x="11725793" y="5230290"/>
          <a:ext cx="1569605" cy="321462"/>
        </a:xfrm>
        <a:prstGeom prst="rect">
          <a:avLst/>
        </a:prstGeom>
      </dgm:spPr>
    </dgm:pt>
    <dgm:pt modelId="{9BCD8377-BB9A-44F4-A236-B5836EFD1C5A}" type="pres">
      <dgm:prSet presAssocID="{8A83B7FC-9873-4BF0-A994-DA8138ABF014}" presName="level3hierChild" presStyleCnt="0"/>
      <dgm:spPr/>
    </dgm:pt>
    <dgm:pt modelId="{4C619735-E222-4A06-94F2-F77A7A963717}" type="pres">
      <dgm:prSet presAssocID="{8592EC3B-68A6-4FF0-9D3B-F138FFC73021}" presName="conn2-1" presStyleLbl="parChTrans1D3" presStyleIdx="9" presStyleCnt="11"/>
      <dgm:spPr/>
    </dgm:pt>
    <dgm:pt modelId="{96BF62FE-49B0-484B-BD97-BD49E5454074}" type="pres">
      <dgm:prSet presAssocID="{8592EC3B-68A6-4FF0-9D3B-F138FFC73021}" presName="connTx" presStyleLbl="parChTrans1D3" presStyleIdx="9" presStyleCnt="11"/>
      <dgm:spPr/>
    </dgm:pt>
    <dgm:pt modelId="{F08E2897-7F33-4D6C-BB41-B8ACC6D52F31}" type="pres">
      <dgm:prSet presAssocID="{909CE71E-BF86-47D3-B7D9-8393AFDEB116}" presName="root2" presStyleCnt="0"/>
      <dgm:spPr/>
    </dgm:pt>
    <dgm:pt modelId="{CC5FAF37-A0C3-4540-A8E6-DE77FA694B65}" type="pres">
      <dgm:prSet presAssocID="{909CE71E-BF86-47D3-B7D9-8393AFDEB116}" presName="LevelTwoTextNode" presStyleLbl="node3" presStyleIdx="9" presStyleCnt="11" custScaleX="141769">
        <dgm:presLayoutVars>
          <dgm:chPref val="3"/>
        </dgm:presLayoutVars>
      </dgm:prSet>
      <dgm:spPr/>
    </dgm:pt>
    <dgm:pt modelId="{AE62DD63-1B7C-430B-883E-171EC1D5FB8B}" type="pres">
      <dgm:prSet presAssocID="{909CE71E-BF86-47D3-B7D9-8393AFDEB116}" presName="level3hierChild" presStyleCnt="0"/>
      <dgm:spPr/>
    </dgm:pt>
    <dgm:pt modelId="{5E1E8358-C585-40D0-A627-B10A35F88419}" type="pres">
      <dgm:prSet presAssocID="{0D2DE31D-066E-4A99-8072-A460DE831406}" presName="conn2-1" presStyleLbl="parChTrans1D4" presStyleIdx="23" presStyleCnt="28"/>
      <dgm:spPr/>
    </dgm:pt>
    <dgm:pt modelId="{CC3F4D09-2846-47CB-9752-7483B6A06B2B}" type="pres">
      <dgm:prSet presAssocID="{0D2DE31D-066E-4A99-8072-A460DE831406}" presName="connTx" presStyleLbl="parChTrans1D4" presStyleIdx="23" presStyleCnt="28"/>
      <dgm:spPr/>
    </dgm:pt>
    <dgm:pt modelId="{9D1B3C40-3989-4771-A3F2-5D8F51E332EB}" type="pres">
      <dgm:prSet presAssocID="{F5F98026-38D1-49B1-A08D-728D2876CDF6}" presName="root2" presStyleCnt="0"/>
      <dgm:spPr/>
    </dgm:pt>
    <dgm:pt modelId="{C786B6A3-C068-4165-9A31-F2780D758C97}" type="pres">
      <dgm:prSet presAssocID="{F5F98026-38D1-49B1-A08D-728D2876CDF6}" presName="LevelTwoTextNode" presStyleLbl="node4" presStyleIdx="23" presStyleCnt="28" custScaleX="187132">
        <dgm:presLayoutVars>
          <dgm:chPref val="3"/>
        </dgm:presLayoutVars>
      </dgm:prSet>
      <dgm:spPr/>
    </dgm:pt>
    <dgm:pt modelId="{342C5C39-B642-4932-BC28-0B66BFC9826F}" type="pres">
      <dgm:prSet presAssocID="{F5F98026-38D1-49B1-A08D-728D2876CDF6}" presName="level3hierChild" presStyleCnt="0"/>
      <dgm:spPr/>
    </dgm:pt>
    <dgm:pt modelId="{1DF50E03-4AB6-41CB-946F-FE6F03B7E170}" type="pres">
      <dgm:prSet presAssocID="{AD5489D1-4991-439A-A759-08852B09CE49}" presName="conn2-1" presStyleLbl="parChTrans1D4" presStyleIdx="24" presStyleCnt="28"/>
      <dgm:spPr/>
    </dgm:pt>
    <dgm:pt modelId="{D4EC3BD8-9D11-4106-AE57-F9DFF7E79802}" type="pres">
      <dgm:prSet presAssocID="{AD5489D1-4991-439A-A759-08852B09CE49}" presName="connTx" presStyleLbl="parChTrans1D4" presStyleIdx="24" presStyleCnt="28"/>
      <dgm:spPr/>
    </dgm:pt>
    <dgm:pt modelId="{69FE55A2-50DD-4C64-A76B-2608DD649733}" type="pres">
      <dgm:prSet presAssocID="{46572DFA-789A-43A5-9813-1821D606605D}" presName="root2" presStyleCnt="0"/>
      <dgm:spPr/>
    </dgm:pt>
    <dgm:pt modelId="{AF05E99C-78C5-42DB-9AF0-361050ADD78D}" type="pres">
      <dgm:prSet presAssocID="{46572DFA-789A-43A5-9813-1821D606605D}" presName="LevelTwoTextNode" presStyleLbl="node4" presStyleIdx="24" presStyleCnt="28" custScaleX="163093">
        <dgm:presLayoutVars>
          <dgm:chPref val="3"/>
        </dgm:presLayoutVars>
      </dgm:prSet>
      <dgm:spPr/>
    </dgm:pt>
    <dgm:pt modelId="{4208350E-6A5E-400D-8E26-406698896F2D}" type="pres">
      <dgm:prSet presAssocID="{46572DFA-789A-43A5-9813-1821D606605D}" presName="level3hierChild" presStyleCnt="0"/>
      <dgm:spPr/>
    </dgm:pt>
    <dgm:pt modelId="{7CA4B6F7-2268-41A0-9ABE-567158A3F087}" type="pres">
      <dgm:prSet presAssocID="{E51419CB-D384-424E-92FE-823151334F58}" presName="conn2-1" presStyleLbl="parChTrans1D4" presStyleIdx="25" presStyleCnt="28"/>
      <dgm:spPr/>
    </dgm:pt>
    <dgm:pt modelId="{902D2D01-E377-482F-85AF-84A3F7CF80FA}" type="pres">
      <dgm:prSet presAssocID="{E51419CB-D384-424E-92FE-823151334F58}" presName="connTx" presStyleLbl="parChTrans1D4" presStyleIdx="25" presStyleCnt="28"/>
      <dgm:spPr/>
    </dgm:pt>
    <dgm:pt modelId="{7F19516B-2977-45A1-9950-C92434AA232C}" type="pres">
      <dgm:prSet presAssocID="{2D55CE15-12C4-41DC-AB85-C8DBF398A0D6}" presName="root2" presStyleCnt="0"/>
      <dgm:spPr/>
    </dgm:pt>
    <dgm:pt modelId="{D02B13C5-E79D-4E0C-93A8-E81DF923186B}" type="pres">
      <dgm:prSet presAssocID="{2D55CE15-12C4-41DC-AB85-C8DBF398A0D6}" presName="LevelTwoTextNode" presStyleLbl="node4" presStyleIdx="25" presStyleCnt="28" custScaleX="163093">
        <dgm:presLayoutVars>
          <dgm:chPref val="3"/>
        </dgm:presLayoutVars>
      </dgm:prSet>
      <dgm:spPr/>
    </dgm:pt>
    <dgm:pt modelId="{155D6997-3EF7-46AA-AE14-12808CB58891}" type="pres">
      <dgm:prSet presAssocID="{2D55CE15-12C4-41DC-AB85-C8DBF398A0D6}" presName="level3hierChild" presStyleCnt="0"/>
      <dgm:spPr/>
    </dgm:pt>
    <dgm:pt modelId="{33EB7E0A-1873-4A76-B54A-E043963F0B4F}" type="pres">
      <dgm:prSet presAssocID="{F71969C0-988A-4227-BF5A-2C5F2C94B5E4}" presName="conn2-1" presStyleLbl="parChTrans1D3" presStyleIdx="10" presStyleCnt="11"/>
      <dgm:spPr/>
    </dgm:pt>
    <dgm:pt modelId="{B9D11CD2-E5DA-4D65-88E8-649DC524041C}" type="pres">
      <dgm:prSet presAssocID="{F71969C0-988A-4227-BF5A-2C5F2C94B5E4}" presName="connTx" presStyleLbl="parChTrans1D3" presStyleIdx="10" presStyleCnt="11"/>
      <dgm:spPr/>
    </dgm:pt>
    <dgm:pt modelId="{CF0938C8-1993-4E85-AF45-DD774F12C0CF}" type="pres">
      <dgm:prSet presAssocID="{88D2D553-B0D9-4314-B86F-F43D17FF881F}" presName="root2" presStyleCnt="0"/>
      <dgm:spPr/>
    </dgm:pt>
    <dgm:pt modelId="{4C1D4385-EDA6-4C7D-A56A-9A9065402F2D}" type="pres">
      <dgm:prSet presAssocID="{88D2D553-B0D9-4314-B86F-F43D17FF881F}" presName="LevelTwoTextNode" presStyleLbl="node3" presStyleIdx="10" presStyleCnt="11" custScaleX="141769">
        <dgm:presLayoutVars>
          <dgm:chPref val="3"/>
        </dgm:presLayoutVars>
      </dgm:prSet>
      <dgm:spPr/>
    </dgm:pt>
    <dgm:pt modelId="{D6A452E0-E6BC-48F3-AF77-79BBAF0881DE}" type="pres">
      <dgm:prSet presAssocID="{88D2D553-B0D9-4314-B86F-F43D17FF881F}" presName="level3hierChild" presStyleCnt="0"/>
      <dgm:spPr/>
    </dgm:pt>
    <dgm:pt modelId="{4FD66800-F0D4-4A75-BD18-701B6FBFE4E1}" type="pres">
      <dgm:prSet presAssocID="{86B6FFDF-71C1-49E2-A7A6-EB4AB8BCEE35}" presName="conn2-1" presStyleLbl="parChTrans1D4" presStyleIdx="26" presStyleCnt="28"/>
      <dgm:spPr/>
    </dgm:pt>
    <dgm:pt modelId="{037FA220-2D64-4ED2-842E-7A77B8436D70}" type="pres">
      <dgm:prSet presAssocID="{86B6FFDF-71C1-49E2-A7A6-EB4AB8BCEE35}" presName="connTx" presStyleLbl="parChTrans1D4" presStyleIdx="26" presStyleCnt="28"/>
      <dgm:spPr/>
    </dgm:pt>
    <dgm:pt modelId="{F5D847ED-19D7-4017-8F42-0EDD31625170}" type="pres">
      <dgm:prSet presAssocID="{F37BDAC7-79D0-4B02-8933-A37C0A63F93E}" presName="root2" presStyleCnt="0"/>
      <dgm:spPr/>
    </dgm:pt>
    <dgm:pt modelId="{5D146025-CD47-40ED-8934-DC1E8F522247}" type="pres">
      <dgm:prSet presAssocID="{F37BDAC7-79D0-4B02-8933-A37C0A63F93E}" presName="LevelTwoTextNode" presStyleLbl="node4" presStyleIdx="26" presStyleCnt="28" custScaleX="187103">
        <dgm:presLayoutVars>
          <dgm:chPref val="3"/>
        </dgm:presLayoutVars>
      </dgm:prSet>
      <dgm:spPr>
        <a:xfrm>
          <a:off x="7611277" y="6234859"/>
          <a:ext cx="1972806" cy="321462"/>
        </a:xfrm>
        <a:prstGeom prst="rect">
          <a:avLst/>
        </a:prstGeom>
      </dgm:spPr>
    </dgm:pt>
    <dgm:pt modelId="{80ACEFD9-DCD0-4929-8445-A2A7F316AF6B}" type="pres">
      <dgm:prSet presAssocID="{F37BDAC7-79D0-4B02-8933-A37C0A63F93E}" presName="level3hierChild" presStyleCnt="0"/>
      <dgm:spPr/>
    </dgm:pt>
    <dgm:pt modelId="{89FD155F-CE8E-403B-8DDE-E3EB9228C229}" type="pres">
      <dgm:prSet presAssocID="{CC45BAB2-617C-4803-B59B-6E9E02C072F5}" presName="conn2-1" presStyleLbl="parChTrans1D4" presStyleIdx="27" presStyleCnt="28"/>
      <dgm:spPr/>
    </dgm:pt>
    <dgm:pt modelId="{80846688-3CEE-472C-BCA6-97BAE1C1F7B0}" type="pres">
      <dgm:prSet presAssocID="{CC45BAB2-617C-4803-B59B-6E9E02C072F5}" presName="connTx" presStyleLbl="parChTrans1D4" presStyleIdx="27" presStyleCnt="28"/>
      <dgm:spPr/>
    </dgm:pt>
    <dgm:pt modelId="{E5D7D123-AB1D-4101-9850-7A63FB0346A0}" type="pres">
      <dgm:prSet presAssocID="{1B81692A-DE60-44A1-863A-BE81A597CC69}" presName="root2" presStyleCnt="0"/>
      <dgm:spPr/>
    </dgm:pt>
    <dgm:pt modelId="{9DA18C4F-1C2F-4CB6-973E-0DE6C31B7097}" type="pres">
      <dgm:prSet presAssocID="{1B81692A-DE60-44A1-863A-BE81A597CC69}" presName="LevelTwoTextNode" presStyleLbl="node4" presStyleIdx="27" presStyleCnt="28" custScaleX="187103">
        <dgm:presLayoutVars>
          <dgm:chPref val="3"/>
        </dgm:presLayoutVars>
      </dgm:prSet>
      <dgm:spPr>
        <a:xfrm>
          <a:off x="7611277" y="6636687"/>
          <a:ext cx="1972806" cy="321462"/>
        </a:xfrm>
        <a:prstGeom prst="rect">
          <a:avLst/>
        </a:prstGeom>
      </dgm:spPr>
    </dgm:pt>
    <dgm:pt modelId="{287094A4-6944-4073-B94C-22E65CF77E6D}" type="pres">
      <dgm:prSet presAssocID="{1B81692A-DE60-44A1-863A-BE81A597CC69}" presName="level3hierChild" presStyleCnt="0"/>
      <dgm:spPr/>
    </dgm:pt>
  </dgm:ptLst>
  <dgm:cxnLst>
    <dgm:cxn modelId="{A34F5C02-07D8-4329-8CC1-941CC7D7C12B}" type="presOf" srcId="{72577E22-0D4B-40C5-BA25-EF05DF16F70C}" destId="{0355F5C9-3249-452A-BA05-20B61D939DAC}" srcOrd="0" destOrd="0" presId="urn:microsoft.com/office/officeart/2008/layout/HorizontalMultiLevelHierarchy"/>
    <dgm:cxn modelId="{EF941B08-DA76-4E58-8B39-0633CFA917EF}" type="presOf" srcId="{F37BDAC7-79D0-4B02-8933-A37C0A63F93E}" destId="{5D146025-CD47-40ED-8934-DC1E8F522247}" srcOrd="0" destOrd="0" presId="urn:microsoft.com/office/officeart/2008/layout/HorizontalMultiLevelHierarchy"/>
    <dgm:cxn modelId="{7FE76D08-452F-4A36-8E45-69EEDDC01392}" srcId="{88D2D553-B0D9-4314-B86F-F43D17FF881F}" destId="{F37BDAC7-79D0-4B02-8933-A37C0A63F93E}" srcOrd="0" destOrd="0" parTransId="{86B6FFDF-71C1-49E2-A7A6-EB4AB8BCEE35}" sibTransId="{B54D7017-3987-4474-AC74-5ADE21EB9862}"/>
    <dgm:cxn modelId="{2F2D770C-A3B5-4E40-B906-DB36136AFFE4}" type="presOf" srcId="{88C5FA47-C2F6-4F2C-B587-29B486C70EDA}" destId="{F7DADEAC-C53E-4E25-94FB-F1F6BC6A9C40}" srcOrd="0" destOrd="0" presId="urn:microsoft.com/office/officeart/2008/layout/HorizontalMultiLevelHierarchy"/>
    <dgm:cxn modelId="{31B2090E-F83D-419A-B0DE-22CC9926E960}" type="presOf" srcId="{46572DFA-789A-43A5-9813-1821D606605D}" destId="{AF05E99C-78C5-42DB-9AF0-361050ADD78D}" srcOrd="0" destOrd="0" presId="urn:microsoft.com/office/officeart/2008/layout/HorizontalMultiLevelHierarchy"/>
    <dgm:cxn modelId="{34BC660E-3919-4985-B197-EF602A17FD9F}" type="presOf" srcId="{AD5489D1-4991-439A-A759-08852B09CE49}" destId="{D4EC3BD8-9D11-4106-AE57-F9DFF7E79802}" srcOrd="1" destOrd="0" presId="urn:microsoft.com/office/officeart/2008/layout/HorizontalMultiLevelHierarchy"/>
    <dgm:cxn modelId="{C670D610-B4E8-451A-A35F-DECF328F744B}" srcId="{3B7635BC-4AB5-43DA-B615-7AE0C1CA63CB}" destId="{8BF80CAF-B826-4309-BEAA-98E422376143}" srcOrd="3" destOrd="0" parTransId="{AD8E8B44-FFC4-427E-B5BF-160C667E4036}" sibTransId="{6152CD14-8260-4C7C-B145-46794ED97815}"/>
    <dgm:cxn modelId="{49E9B611-6D05-456E-BD07-CAED0E9FD8F3}" type="presOf" srcId="{86EFB58A-AB37-463E-BD85-B8702165B454}" destId="{39716EE5-5A7F-49E7-A32B-A55A4AE9043E}" srcOrd="0" destOrd="0" presId="urn:microsoft.com/office/officeart/2008/layout/HorizontalMultiLevelHierarchy"/>
    <dgm:cxn modelId="{76F3D413-95D7-4DDF-A380-8B7F4712A2B6}" type="presOf" srcId="{260CA2B2-64B4-4740-A391-CE188E26B2DF}" destId="{004A3D80-742D-4050-978E-865CE99FCA54}" srcOrd="0" destOrd="0" presId="urn:microsoft.com/office/officeart/2008/layout/HorizontalMultiLevelHierarchy"/>
    <dgm:cxn modelId="{672EBE14-3269-4162-AF4A-517FC27300A7}" type="presOf" srcId="{0694D120-3FA1-4EF9-98D1-C3D5A5989571}" destId="{817A5B78-17A6-421A-B01E-2FCC46EFDDF8}" srcOrd="1" destOrd="0" presId="urn:microsoft.com/office/officeart/2008/layout/HorizontalMultiLevelHierarchy"/>
    <dgm:cxn modelId="{A611AB15-E50F-4AFB-BCEE-D07D465EBF1E}" type="presOf" srcId="{953A691B-B284-4A98-BDA9-687FFED5CF84}" destId="{0AC200E6-F4AA-4229-B13C-6D233047902B}" srcOrd="0" destOrd="0" presId="urn:microsoft.com/office/officeart/2008/layout/HorizontalMultiLevelHierarchy"/>
    <dgm:cxn modelId="{37A34A16-8A4C-46EC-B7FA-CB56181558B8}" type="presOf" srcId="{CC45BAB2-617C-4803-B59B-6E9E02C072F5}" destId="{89FD155F-CE8E-403B-8DDE-E3EB9228C229}" srcOrd="0" destOrd="0" presId="urn:microsoft.com/office/officeart/2008/layout/HorizontalMultiLevelHierarchy"/>
    <dgm:cxn modelId="{2A8C0B18-1FA0-4482-B9E9-69D67C0E6F1B}" srcId="{51AA43FE-4441-4632-88DA-EB63C3B48E36}" destId="{692E34A9-B1A3-464F-917B-3D849BC36261}" srcOrd="0" destOrd="0" parTransId="{EED46F4B-E8DD-4390-934F-FA87BE5D1D1F}" sibTransId="{CD6C1A4D-A452-452B-A229-AA010ADAAC2A}"/>
    <dgm:cxn modelId="{8BAF4F19-3C22-4A10-B7C6-0B0285715C07}" type="presOf" srcId="{3347E179-88EF-419E-BDB1-CF4C8F7F720D}" destId="{7B0DD98D-1C69-40A9-8970-87FDE4D1AD46}" srcOrd="1" destOrd="0" presId="urn:microsoft.com/office/officeart/2008/layout/HorizontalMultiLevelHierarchy"/>
    <dgm:cxn modelId="{DD2C111A-1BAD-4344-BDDD-6C7800F0E7D3}" type="presOf" srcId="{8FD9D1B9-778F-4A24-8B04-1A58E61A465E}" destId="{21C91BED-67FC-4B27-9EE2-62E410771FBD}" srcOrd="0" destOrd="0" presId="urn:microsoft.com/office/officeart/2008/layout/HorizontalMultiLevelHierarchy"/>
    <dgm:cxn modelId="{B0CD631A-FA6E-4060-A511-F30BABBA894C}" type="presOf" srcId="{CABA5573-8458-48E1-B733-9EBC37EE0FA2}" destId="{1032000F-4A83-4D18-8089-174D41BF952F}" srcOrd="0" destOrd="0" presId="urn:microsoft.com/office/officeart/2008/layout/HorizontalMultiLevelHierarchy"/>
    <dgm:cxn modelId="{BB5D4D1B-1802-4261-8201-F496FCAA77CF}" srcId="{E50B7DFA-B3EE-4E6A-BBF2-18192D34034E}" destId="{51AA43FE-4441-4632-88DA-EB63C3B48E36}" srcOrd="1" destOrd="0" parTransId="{9797AE37-5D14-48A6-82E7-31AEEC31F2E8}" sibTransId="{BD8A8C20-355E-4C9D-BB04-EEBCEFF9F816}"/>
    <dgm:cxn modelId="{3CEC701C-4517-46CA-903D-DF6F75008AB7}" type="presOf" srcId="{1B81692A-DE60-44A1-863A-BE81A597CC69}" destId="{9DA18C4F-1C2F-4CB6-973E-0DE6C31B7097}" srcOrd="0" destOrd="0" presId="urn:microsoft.com/office/officeart/2008/layout/HorizontalMultiLevelHierarchy"/>
    <dgm:cxn modelId="{DF9C181D-E437-421A-B9D5-2A14D70A8587}" type="presOf" srcId="{50E35B8C-D04B-40C5-A582-4DFBC7E6A2B3}" destId="{4CE268DD-58D7-4A83-91E4-D25AA7EC2272}" srcOrd="1" destOrd="0" presId="urn:microsoft.com/office/officeart/2008/layout/HorizontalMultiLevelHierarchy"/>
    <dgm:cxn modelId="{2AC3571D-3191-48E4-8042-7E33992EDE77}" srcId="{C9052A13-9250-440F-988B-F9E37D0E91EA}" destId="{88C5FA47-C2F6-4F2C-B587-29B486C70EDA}" srcOrd="0" destOrd="0" parTransId="{E72A1C2F-6DD0-42B6-BE12-18EF30927D8F}" sibTransId="{0F527C9D-EA5A-45F6-A84E-745EE5A36798}"/>
    <dgm:cxn modelId="{16B4551E-7368-4735-8C30-DD7F909BCFDD}" type="presOf" srcId="{E1226CDC-F505-4D48-96E3-0C2A9A200E6B}" destId="{8746C8D2-9628-4160-85DA-C1CA58B80AC5}" srcOrd="1" destOrd="0" presId="urn:microsoft.com/office/officeart/2008/layout/HorizontalMultiLevelHierarchy"/>
    <dgm:cxn modelId="{F4ADA21F-497F-42DA-BF4C-E72C8E8B65B8}" type="presOf" srcId="{E50B7DFA-B3EE-4E6A-BBF2-18192D34034E}" destId="{05D85CD4-BC52-445D-8135-A6AE0C87FB5B}" srcOrd="0" destOrd="0" presId="urn:microsoft.com/office/officeart/2008/layout/HorizontalMultiLevelHierarchy"/>
    <dgm:cxn modelId="{4A1C1D21-BBE3-41E3-8C0B-BE4E9D903F0F}" type="presOf" srcId="{46262C39-D8FB-4460-8A0D-2BC012390956}" destId="{68CE94D2-17C9-4EB3-9C55-8ED91727FC82}" srcOrd="1" destOrd="0" presId="urn:microsoft.com/office/officeart/2008/layout/HorizontalMultiLevelHierarchy"/>
    <dgm:cxn modelId="{06A76222-BAD6-49EF-958F-9ED9D5C4A0E1}" type="presOf" srcId="{5509352C-24AD-4655-87AA-835BC96B0B41}" destId="{C19C104F-F534-4E0B-B291-8A8EA61FF5E5}" srcOrd="1" destOrd="0" presId="urn:microsoft.com/office/officeart/2008/layout/HorizontalMultiLevelHierarchy"/>
    <dgm:cxn modelId="{72FE9324-AB9B-48FC-ACA6-4253922A0E35}" type="presOf" srcId="{260CA2B2-64B4-4740-A391-CE188E26B2DF}" destId="{7BFE44F3-FFE6-4491-8823-2C15083F5D9D}" srcOrd="1" destOrd="0" presId="urn:microsoft.com/office/officeart/2008/layout/HorizontalMultiLevelHierarchy"/>
    <dgm:cxn modelId="{4B2CCC24-D6A8-48E4-AEDD-5A72874EF600}" srcId="{86EFB58A-AB37-463E-BD85-B8702165B454}" destId="{8A83B7FC-9873-4BF0-A994-DA8138ABF014}" srcOrd="0" destOrd="0" parTransId="{E1226CDC-F505-4D48-96E3-0C2A9A200E6B}" sibTransId="{9EF8B8DA-F6A9-4A07-A1E8-C85D9255F2B7}"/>
    <dgm:cxn modelId="{D6106A25-D2F5-4805-B59F-7455C7414B0C}" type="presOf" srcId="{C9052A13-9250-440F-988B-F9E37D0E91EA}" destId="{846CF96E-0562-414A-BDF2-C2AFC4984D7C}" srcOrd="0" destOrd="0" presId="urn:microsoft.com/office/officeart/2008/layout/HorizontalMultiLevelHierarchy"/>
    <dgm:cxn modelId="{495F7E29-E40D-461C-A62B-753EEE324680}" type="presOf" srcId="{618033E5-E257-4132-B76A-B30BBE600BD7}" destId="{717ECB1D-B379-4AAD-96C2-B690E87A7E2E}" srcOrd="0" destOrd="0" presId="urn:microsoft.com/office/officeart/2008/layout/HorizontalMultiLevelHierarchy"/>
    <dgm:cxn modelId="{C2E7B929-33FF-4FE4-BBA1-DEA66A480D8B}" srcId="{953A691B-B284-4A98-BDA9-687FFED5CF84}" destId="{96D20432-03DD-4506-98EE-F73EF6B2D70B}" srcOrd="1" destOrd="0" parTransId="{618033E5-E257-4132-B76A-B30BBE600BD7}" sibTransId="{F83E32CC-EC30-4588-8BC5-B0EF0B6D0117}"/>
    <dgm:cxn modelId="{FFEC1D2B-A36E-437B-B075-D9EC0D27F274}" type="presOf" srcId="{3B8A99A3-8D95-4404-BD62-CF7AE4D72FF3}" destId="{A573E3B9-FE0C-44BB-AF5E-0CC2FE914662}" srcOrd="1" destOrd="0" presId="urn:microsoft.com/office/officeart/2008/layout/HorizontalMultiLevelHierarchy"/>
    <dgm:cxn modelId="{3C06432B-5AC8-4D01-9259-9B3C257335EF}" type="presOf" srcId="{E2997A58-22B9-4DFF-91E5-35510D0823BB}" destId="{C8EC8AAD-9F35-4326-8F4C-06D9DBFC2878}" srcOrd="0" destOrd="0" presId="urn:microsoft.com/office/officeart/2008/layout/HorizontalMultiLevelHierarchy"/>
    <dgm:cxn modelId="{E881482B-B3C8-4DF8-8217-8333ED5C8261}" type="presOf" srcId="{6D6D2D8A-2858-4B68-B25C-921A9B236D0C}" destId="{C7D25787-4C94-47BF-90C3-C7721603A092}" srcOrd="0" destOrd="0" presId="urn:microsoft.com/office/officeart/2008/layout/HorizontalMultiLevelHierarchy"/>
    <dgm:cxn modelId="{CB35CE2B-CF79-4C4E-A468-1376E449094A}" type="presOf" srcId="{9C993554-6543-414C-9EA2-D677117D1E0C}" destId="{29078559-FA36-4C39-B4C3-76B7B997981E}" srcOrd="0" destOrd="0" presId="urn:microsoft.com/office/officeart/2008/layout/HorizontalMultiLevelHierarchy"/>
    <dgm:cxn modelId="{04A1F62B-2DD2-4CC2-8953-318A5222E70A}" srcId="{953A691B-B284-4A98-BDA9-687FFED5CF84}" destId="{8FD9D1B9-778F-4A24-8B04-1A58E61A465E}" srcOrd="0" destOrd="0" parTransId="{95345720-FEB3-42A1-AB79-8920AA93C57D}" sibTransId="{72E13560-9C0B-4B36-9873-4101AB947B33}"/>
    <dgm:cxn modelId="{7C155A2D-0D10-4BE8-AF05-7CBDF992F4D4}" type="presOf" srcId="{F71969C0-988A-4227-BF5A-2C5F2C94B5E4}" destId="{B9D11CD2-E5DA-4D65-88E8-649DC524041C}" srcOrd="1" destOrd="0" presId="urn:microsoft.com/office/officeart/2008/layout/HorizontalMultiLevelHierarchy"/>
    <dgm:cxn modelId="{E0213B2E-9AF6-46C1-8A7C-206696A5130A}" srcId="{3B7635BC-4AB5-43DA-B615-7AE0C1CA63CB}" destId="{7E0F5EA2-EB20-40C6-BEA0-01E54BDD93A0}" srcOrd="2" destOrd="0" parTransId="{CABA5573-8458-48E1-B733-9EBC37EE0FA2}" sibTransId="{376F132C-5108-4DCF-8C01-9A1820953D6A}"/>
    <dgm:cxn modelId="{8367422E-371A-4975-B176-C7D62B434F96}" srcId="{F5F98026-38D1-49B1-A08D-728D2876CDF6}" destId="{2D55CE15-12C4-41DC-AB85-C8DBF398A0D6}" srcOrd="1" destOrd="0" parTransId="{E51419CB-D384-424E-92FE-823151334F58}" sibTransId="{C86C2C1B-48B2-49B5-A341-9C6880B8B9BD}"/>
    <dgm:cxn modelId="{95B5B230-2DC0-414D-A560-48A894820C9B}" type="presOf" srcId="{96D20432-03DD-4506-98EE-F73EF6B2D70B}" destId="{960284E2-21B5-4EEF-A130-E30E420BA851}" srcOrd="0" destOrd="0" presId="urn:microsoft.com/office/officeart/2008/layout/HorizontalMultiLevelHierarchy"/>
    <dgm:cxn modelId="{3629E230-4D2C-4451-9310-A58969828480}" type="presOf" srcId="{8D087674-D0D0-4F80-B80E-FAA76746B48A}" destId="{3A9F1188-F211-4773-9606-3A67594B8431}" srcOrd="1" destOrd="0" presId="urn:microsoft.com/office/officeart/2008/layout/HorizontalMultiLevelHierarchy"/>
    <dgm:cxn modelId="{6949EE32-8AB5-40AF-A1D6-5B5C1F3F1BB9}" srcId="{E50B7DFA-B3EE-4E6A-BBF2-18192D34034E}" destId="{B43370F6-5DB6-48E7-9BE5-BE1E2C52060D}" srcOrd="3" destOrd="0" parTransId="{8D087674-D0D0-4F80-B80E-FAA76746B48A}" sibTransId="{A83A45A3-6DB3-4C8C-B251-6072A16C84E5}"/>
    <dgm:cxn modelId="{35580C35-6D6C-45C2-AD41-528A77A797D2}" type="presOf" srcId="{385F8827-060B-4946-AFCB-08DE06A5A207}" destId="{FD976E0D-C23F-42FF-899D-7A3C9BBFEE5D}" srcOrd="1" destOrd="0" presId="urn:microsoft.com/office/officeart/2008/layout/HorizontalMultiLevelHierarchy"/>
    <dgm:cxn modelId="{8F8D5337-E12F-448A-BAB3-50986C8537C8}" srcId="{909CE71E-BF86-47D3-B7D9-8393AFDEB116}" destId="{F5F98026-38D1-49B1-A08D-728D2876CDF6}" srcOrd="0" destOrd="0" parTransId="{0D2DE31D-066E-4A99-8072-A460DE831406}" sibTransId="{4E52BA67-5B6A-4174-8990-CD0166B18E54}"/>
    <dgm:cxn modelId="{7EB5C337-7106-4680-AD74-862728774629}" type="presOf" srcId="{B43370F6-5DB6-48E7-9BE5-BE1E2C52060D}" destId="{D0A91FB5-D073-4453-BFBA-B51D82271F6B}" srcOrd="0" destOrd="0" presId="urn:microsoft.com/office/officeart/2008/layout/HorizontalMultiLevelHierarchy"/>
    <dgm:cxn modelId="{5611613A-6ABD-42F3-A59F-517D50BC874C}" type="presOf" srcId="{D6D7AEC9-C5B7-4299-BF9D-3C3FBB23B318}" destId="{61F63498-8206-413E-B3B1-9845FA10D45D}" srcOrd="1" destOrd="0" presId="urn:microsoft.com/office/officeart/2008/layout/HorizontalMultiLevelHierarchy"/>
    <dgm:cxn modelId="{CD08AF3B-50F3-467F-8BE1-473BC28F6099}" type="presOf" srcId="{6354B8D4-248F-4F4B-A81E-E3D4EC18A565}" destId="{6768123C-2963-40A7-B1D7-D272722F61CB}" srcOrd="1" destOrd="0" presId="urn:microsoft.com/office/officeart/2008/layout/HorizontalMultiLevelHierarchy"/>
    <dgm:cxn modelId="{1AA93F3C-75D1-4AD8-A260-3552479E77B8}" type="presOf" srcId="{1D1ADAFE-61F9-4E6D-914A-DA7F86267A51}" destId="{BE4E434C-2D64-4018-B569-F206FA216006}" srcOrd="0" destOrd="0" presId="urn:microsoft.com/office/officeart/2008/layout/HorizontalMultiLevelHierarchy"/>
    <dgm:cxn modelId="{664B483C-284D-4964-9747-029D3AD7E5D3}" srcId="{9C993554-6543-414C-9EA2-D677117D1E0C}" destId="{241BCBEE-066A-4E39-904E-E670FBC4AF98}" srcOrd="0" destOrd="0" parTransId="{3347E179-88EF-419E-BDB1-CF4C8F7F720D}" sibTransId="{6276D14B-EB6D-4DB3-93B4-73E48CB3FF0C}"/>
    <dgm:cxn modelId="{F09BAE3C-5D49-4458-B6F2-F736CB216A1E}" type="presOf" srcId="{AD8E8B44-FFC4-427E-B5BF-160C667E4036}" destId="{787C2340-9370-4852-BBB3-1BB38A600E9C}" srcOrd="0" destOrd="0" presId="urn:microsoft.com/office/officeart/2008/layout/HorizontalMultiLevelHierarchy"/>
    <dgm:cxn modelId="{7733B83D-5EEC-4219-B069-B56198FC963A}" type="presOf" srcId="{95345720-FEB3-42A1-AB79-8920AA93C57D}" destId="{808F9BCD-19E5-4262-9908-A3B8EB172C71}" srcOrd="0" destOrd="0" presId="urn:microsoft.com/office/officeart/2008/layout/HorizontalMultiLevelHierarchy"/>
    <dgm:cxn modelId="{E3430A3E-26CC-4074-9AA0-3082068457C1}" type="presOf" srcId="{E51419CB-D384-424E-92FE-823151334F58}" destId="{7CA4B6F7-2268-41A0-9ABE-567158A3F087}" srcOrd="0" destOrd="0" presId="urn:microsoft.com/office/officeart/2008/layout/HorizontalMultiLevelHierarchy"/>
    <dgm:cxn modelId="{DF44583E-A966-4B0B-A1FA-981A9A48B4EA}" srcId="{8BF80CAF-B826-4309-BEAA-98E422376143}" destId="{909CE71E-BF86-47D3-B7D9-8393AFDEB116}" srcOrd="2" destOrd="0" parTransId="{8592EC3B-68A6-4FF0-9D3B-F138FFC73021}" sibTransId="{00899B46-9E25-43BF-8979-0DFC2068013A}"/>
    <dgm:cxn modelId="{C122983E-2EE6-4621-B722-DCBC769F69C3}" srcId="{88D2D553-B0D9-4314-B86F-F43D17FF881F}" destId="{1B81692A-DE60-44A1-863A-BE81A597CC69}" srcOrd="1" destOrd="0" parTransId="{CC45BAB2-617C-4803-B59B-6E9E02C072F5}" sibTransId="{E271585D-6DA0-47F3-AD49-063473DE4A06}"/>
    <dgm:cxn modelId="{A15A7B3F-3BF2-46F9-B34E-305BF75F65FF}" type="presOf" srcId="{E51419CB-D384-424E-92FE-823151334F58}" destId="{902D2D01-E377-482F-85AF-84A3F7CF80FA}" srcOrd="1" destOrd="0" presId="urn:microsoft.com/office/officeart/2008/layout/HorizontalMultiLevelHierarchy"/>
    <dgm:cxn modelId="{F6ECFE3F-8E25-45B3-89D2-9AD7D513D925}" type="presOf" srcId="{CB2855E3-1077-4AAA-AC0B-B4818CE62ADC}" destId="{A723F219-5BD4-4EC2-9E09-73E9AE062AE5}" srcOrd="0" destOrd="0" presId="urn:microsoft.com/office/officeart/2008/layout/HorizontalMultiLevelHierarchy"/>
    <dgm:cxn modelId="{65B0345B-6F1B-463B-A5A0-F18FF47CD3DB}" type="presOf" srcId="{86B6FFDF-71C1-49E2-A7A6-EB4AB8BCEE35}" destId="{037FA220-2D64-4ED2-842E-7A77B8436D70}" srcOrd="1" destOrd="0" presId="urn:microsoft.com/office/officeart/2008/layout/HorizontalMultiLevelHierarchy"/>
    <dgm:cxn modelId="{1BBEC25E-6D62-41B2-80F3-B431EC542B81}" type="presOf" srcId="{EE94BAEC-0BFB-4E00-A903-1E58F6C3201B}" destId="{EFA6D4A5-BB87-44CF-9E0A-171B993A1184}" srcOrd="0" destOrd="0" presId="urn:microsoft.com/office/officeart/2008/layout/HorizontalMultiLevelHierarchy"/>
    <dgm:cxn modelId="{E771F65F-9C96-4340-B51F-10746F09E84D}" type="presOf" srcId="{EF1A4C01-7394-4897-9B0D-D33E211A5F98}" destId="{8F67FE28-F10E-43A1-8B7E-BBC2C8CBA73F}" srcOrd="0" destOrd="0" presId="urn:microsoft.com/office/officeart/2008/layout/HorizontalMultiLevelHierarchy"/>
    <dgm:cxn modelId="{927C4561-BD9D-4CDD-92A2-83F16C2E20C5}" type="presOf" srcId="{909CE71E-BF86-47D3-B7D9-8393AFDEB116}" destId="{CC5FAF37-A0C3-4540-A8E6-DE77FA694B65}" srcOrd="0" destOrd="0" presId="urn:microsoft.com/office/officeart/2008/layout/HorizontalMultiLevelHierarchy"/>
    <dgm:cxn modelId="{09046B61-2E65-4251-A2DE-C71F30345235}" srcId="{E50B7DFA-B3EE-4E6A-BBF2-18192D34034E}" destId="{92187B84-75BC-451D-A754-D1F855372D3D}" srcOrd="0" destOrd="0" parTransId="{72577E22-0D4B-40C5-BA25-EF05DF16F70C}" sibTransId="{56913407-C5F4-48C7-B0AA-212FC52F58EB}"/>
    <dgm:cxn modelId="{373F8661-3ED4-42A7-9932-2ED70231976B}" type="presOf" srcId="{F71969C0-988A-4227-BF5A-2C5F2C94B5E4}" destId="{33EB7E0A-1873-4A76-B54A-E043963F0B4F}" srcOrd="0" destOrd="0" presId="urn:microsoft.com/office/officeart/2008/layout/HorizontalMultiLevelHierarchy"/>
    <dgm:cxn modelId="{E3186043-2E78-4BB0-AB9B-B697CB995518}" type="presOf" srcId="{551095FA-B91D-43FB-A6D2-6634E6D6A579}" destId="{FB62A390-0FA7-4F9B-868F-E9AA2DC7A02E}" srcOrd="0" destOrd="0" presId="urn:microsoft.com/office/officeart/2008/layout/HorizontalMultiLevelHierarchy"/>
    <dgm:cxn modelId="{54F5B863-E8F7-446E-A17F-B18EC6CF4A06}" srcId="{F5033FB0-E5F6-4AC2-A3BE-0E03991C37EF}" destId="{710F9A8B-F1EA-4CB6-9149-D021A94BF866}" srcOrd="0" destOrd="0" parTransId="{72AFDD30-DCA3-4C02-BE64-873ABF75134D}" sibTransId="{F2E0E8CE-9188-44C6-84DB-F58461B7AF42}"/>
    <dgm:cxn modelId="{AC3DAD64-FA6A-4EF6-B01E-113E82C8C812}" type="presOf" srcId="{6D6D2D8A-2858-4B68-B25C-921A9B236D0C}" destId="{CADD3C69-B33E-4BA0-A58B-33162C0E67C3}" srcOrd="1" destOrd="0" presId="urn:microsoft.com/office/officeart/2008/layout/HorizontalMultiLevelHierarchy"/>
    <dgm:cxn modelId="{1CCC8F45-1C0F-4420-95C6-77B3B7DDD767}" type="presOf" srcId="{385F8827-060B-4946-AFCB-08DE06A5A207}" destId="{D404D48B-C09A-4F29-8F0C-4F799DFD7E44}" srcOrd="0" destOrd="0" presId="urn:microsoft.com/office/officeart/2008/layout/HorizontalMultiLevelHierarchy"/>
    <dgm:cxn modelId="{D1E80567-CC05-4574-A0E9-CDA221A12C59}" type="presOf" srcId="{CC45BAB2-617C-4803-B59B-6E9E02C072F5}" destId="{80846688-3CEE-472C-BCA6-97BAE1C1F7B0}" srcOrd="1" destOrd="0" presId="urn:microsoft.com/office/officeart/2008/layout/HorizontalMultiLevelHierarchy"/>
    <dgm:cxn modelId="{E49FB567-7E26-49F9-8982-B7D67DDCA954}" srcId="{F87747BC-A146-453E-8E18-DCCD9919C445}" destId="{9D1F45E1-6D23-439F-A627-C58DF10F41BA}" srcOrd="0" destOrd="0" parTransId="{1D1ADAFE-61F9-4E6D-914A-DA7F86267A51}" sibTransId="{DCF35F91-3ADD-4E1C-8065-157D41EE2335}"/>
    <dgm:cxn modelId="{6F3D8748-362D-497B-A99A-11F2E09EF6B6}" type="presOf" srcId="{C6F82799-3528-41AF-9317-924E30230F61}" destId="{F9827FC3-346E-4340-962C-A91603E74C1A}" srcOrd="0" destOrd="0" presId="urn:microsoft.com/office/officeart/2008/layout/HorizontalMultiLevelHierarchy"/>
    <dgm:cxn modelId="{7228A548-7D61-4C1B-8F9A-74C0CA2CC3E7}" type="presOf" srcId="{CD17E10C-C605-4E9F-92A9-941977F01C73}" destId="{949E51DE-E31E-424A-B33D-032F942A9575}" srcOrd="0" destOrd="0" presId="urn:microsoft.com/office/officeart/2008/layout/HorizontalMultiLevelHierarchy"/>
    <dgm:cxn modelId="{E75F6269-A91A-40C4-B944-97F7A39F933D}" type="presOf" srcId="{CD17E10C-C605-4E9F-92A9-941977F01C73}" destId="{B164ECF3-F6EC-441E-BAE0-C5E45A2BF58B}" srcOrd="1" destOrd="0" presId="urn:microsoft.com/office/officeart/2008/layout/HorizontalMultiLevelHierarchy"/>
    <dgm:cxn modelId="{7B215969-8DDD-4814-8334-E8FB53F3ACD9}" srcId="{592F663C-1C60-4BD2-A89E-FFFEEC4F5250}" destId="{3ABF8ACD-166E-4257-BE46-2F2CAFF5FE85}" srcOrd="0" destOrd="0" parTransId="{042850DD-4AB9-4EEF-910D-3F4C773F97BF}" sibTransId="{E27ED7C4-45CB-45A5-A029-B3B393A79174}"/>
    <dgm:cxn modelId="{44BE7C69-F045-4D06-A74C-2A297289ED75}" type="presOf" srcId="{D6D7AEC9-C5B7-4299-BF9D-3C3FBB23B318}" destId="{B91F84AC-3889-48D0-8909-290EE8B11229}" srcOrd="0" destOrd="0" presId="urn:microsoft.com/office/officeart/2008/layout/HorizontalMultiLevelHierarchy"/>
    <dgm:cxn modelId="{C6955E6C-BCE5-4987-8044-AFA9D86334F8}" type="presOf" srcId="{618033E5-E257-4132-B76A-B30BBE600BD7}" destId="{BF639AAB-8E6F-4E2E-A45C-EBF7FC9338EA}" srcOrd="1" destOrd="0" presId="urn:microsoft.com/office/officeart/2008/layout/HorizontalMultiLevelHierarchy"/>
    <dgm:cxn modelId="{18686C6C-CF13-4D60-A6A0-EC57EA99043F}" srcId="{BDD48CBC-34CB-4DD7-ACA2-8F1760AC4ECF}" destId="{3B7635BC-4AB5-43DA-B615-7AE0C1CA63CB}" srcOrd="0" destOrd="0" parTransId="{FCCA2600-46CC-4484-B1C3-7C533227BB4C}" sibTransId="{F4577074-422E-4070-9211-AD9077305B66}"/>
    <dgm:cxn modelId="{5A7B924D-A680-4225-A407-FEA6A842BA9C}" type="presOf" srcId="{1D1ADAFE-61F9-4E6D-914A-DA7F86267A51}" destId="{04377B14-8D8E-4F10-8360-8B02E0B57629}" srcOrd="1" destOrd="0" presId="urn:microsoft.com/office/officeart/2008/layout/HorizontalMultiLevelHierarchy"/>
    <dgm:cxn modelId="{94B96F4E-206D-4F1A-8068-33C9D6FFAC03}" type="presOf" srcId="{0D2DE31D-066E-4A99-8072-A460DE831406}" destId="{CC3F4D09-2846-47CB-9752-7483B6A06B2B}" srcOrd="1" destOrd="0" presId="urn:microsoft.com/office/officeart/2008/layout/HorizontalMultiLevelHierarchy"/>
    <dgm:cxn modelId="{7F97C16E-A558-4A8F-9327-EB977D0B84CC}" srcId="{593A0B31-39D1-472B-BFB9-79B329F6642F}" destId="{86EFB58A-AB37-463E-BD85-B8702165B454}" srcOrd="0" destOrd="0" parTransId="{5509352C-24AD-4655-87AA-835BC96B0B41}" sibTransId="{B27F241E-3787-4606-A2B0-8D6B110477E4}"/>
    <dgm:cxn modelId="{2EC0224F-D9E2-44A4-AF33-E96B5A0F4C24}" type="presOf" srcId="{710F9A8B-F1EA-4CB6-9149-D021A94BF866}" destId="{E63DA227-98B2-467B-9B6D-4C92DC67DCFD}" srcOrd="0" destOrd="0" presId="urn:microsoft.com/office/officeart/2008/layout/HorizontalMultiLevelHierarchy"/>
    <dgm:cxn modelId="{575FD36F-942B-474D-B35C-2331383D26B2}" srcId="{8BF80CAF-B826-4309-BEAA-98E422376143}" destId="{E50B7DFA-B3EE-4E6A-BBF2-18192D34034E}" srcOrd="0" destOrd="0" parTransId="{FD4FCEB3-C095-4897-A937-1D043414C7C2}" sibTransId="{66A65296-7321-4AC9-9911-5332DDF07DC6}"/>
    <dgm:cxn modelId="{C1DC2B52-D456-4363-89C7-637F93519A64}" type="presOf" srcId="{91AA8CAF-ECDC-4331-B650-DB7496355D2D}" destId="{DCFD5A5F-8DD0-4047-B62E-BB8724896401}" srcOrd="0" destOrd="0" presId="urn:microsoft.com/office/officeart/2008/layout/HorizontalMultiLevelHierarchy"/>
    <dgm:cxn modelId="{74F47D52-411A-43F0-8E0A-7B4D4CD520EE}" type="presOf" srcId="{BDD48CBC-34CB-4DD7-ACA2-8F1760AC4ECF}" destId="{40D8D8B4-1783-4A05-8961-E1E5BB284F00}" srcOrd="0" destOrd="0" presId="urn:microsoft.com/office/officeart/2008/layout/HorizontalMultiLevelHierarchy"/>
    <dgm:cxn modelId="{1F74B373-C737-48EA-BEA2-1A3A8A2F38ED}" type="presOf" srcId="{0694D120-3FA1-4EF9-98D1-C3D5A5989571}" destId="{756C9014-3C78-4AE3-BDAD-193989E423F3}" srcOrd="0" destOrd="0" presId="urn:microsoft.com/office/officeart/2008/layout/HorizontalMultiLevelHierarchy"/>
    <dgm:cxn modelId="{BCF14C74-E2FE-435E-BAF8-4A54BFB92ED5}" type="presOf" srcId="{86B6FFDF-71C1-49E2-A7A6-EB4AB8BCEE35}" destId="{4FD66800-F0D4-4A75-BD18-701B6FBFE4E1}" srcOrd="0" destOrd="0" presId="urn:microsoft.com/office/officeart/2008/layout/HorizontalMultiLevelHierarchy"/>
    <dgm:cxn modelId="{0ED18974-84E3-4D5C-B3B0-403107E449A4}" type="presOf" srcId="{51AA43FE-4441-4632-88DA-EB63C3B48E36}" destId="{F793FC48-B0B3-4C1E-8C7E-3D22D89010B0}" srcOrd="0" destOrd="0" presId="urn:microsoft.com/office/officeart/2008/layout/HorizontalMultiLevelHierarchy"/>
    <dgm:cxn modelId="{D67BE254-B90A-4153-A4CF-22865EBBCEDD}" type="presOf" srcId="{46262C39-D8FB-4460-8A0D-2BC012390956}" destId="{9CA07C03-B382-4871-AF4F-1A7963BC7660}" srcOrd="0" destOrd="0" presId="urn:microsoft.com/office/officeart/2008/layout/HorizontalMultiLevelHierarchy"/>
    <dgm:cxn modelId="{D604CA55-0F9E-4BF6-B407-CE2B98503BEC}" type="presOf" srcId="{2771BAF1-C2B1-46FE-878C-C11F54229050}" destId="{EBDAB538-7B47-402A-8542-636305905391}" srcOrd="0" destOrd="0" presId="urn:microsoft.com/office/officeart/2008/layout/HorizontalMultiLevelHierarchy"/>
    <dgm:cxn modelId="{52774D76-9D79-48A1-AD50-D43059EBEEBF}" type="presOf" srcId="{8592EC3B-68A6-4FF0-9D3B-F138FFC73021}" destId="{96BF62FE-49B0-484B-BD97-BD49E5454074}" srcOrd="1" destOrd="0" presId="urn:microsoft.com/office/officeart/2008/layout/HorizontalMultiLevelHierarchy"/>
    <dgm:cxn modelId="{A3DED556-0B59-4919-B4E2-4D3B77DA74F7}" type="presOf" srcId="{BED471F0-BC73-41F0-B09D-BBE36FB3EF16}" destId="{37D0B957-9002-4F35-AEF1-37006FAB52FA}" srcOrd="1" destOrd="0" presId="urn:microsoft.com/office/officeart/2008/layout/HorizontalMultiLevelHierarchy"/>
    <dgm:cxn modelId="{C6178E57-EA7B-4077-B5B1-B1266D542AC7}" srcId="{8BF80CAF-B826-4309-BEAA-98E422376143}" destId="{7E85E0F5-F460-4656-804F-0C434BB1982C}" srcOrd="1" destOrd="0" parTransId="{50E35B8C-D04B-40C5-A582-4DFBC7E6A2B3}" sibTransId="{A7E9DDBE-B5E4-4FE6-B968-AF37281CFAC1}"/>
    <dgm:cxn modelId="{18BCAA57-5D6D-46E7-8099-4DF09AE8DD3F}" srcId="{F5F98026-38D1-49B1-A08D-728D2876CDF6}" destId="{46572DFA-789A-43A5-9813-1821D606605D}" srcOrd="0" destOrd="0" parTransId="{AD5489D1-4991-439A-A759-08852B09CE49}" sibTransId="{2F367C1E-1CC8-4D11-9EFE-E061FA6C0043}"/>
    <dgm:cxn modelId="{AB50C357-FD1F-4668-A93A-7BE4DFB83095}" type="presOf" srcId="{C6F82799-3528-41AF-9317-924E30230F61}" destId="{807B60AE-2B3A-4FB7-8E5F-3F0A7FF44285}" srcOrd="1" destOrd="0" presId="urn:microsoft.com/office/officeart/2008/layout/HorizontalMultiLevelHierarchy"/>
    <dgm:cxn modelId="{0B555758-3FC4-4E7F-8A50-8BFBF7A9428D}" type="presOf" srcId="{4CD3F8B9-1638-46ED-8F80-18ADE73371BA}" destId="{3CA01373-494C-48F8-B671-154F5B09C6C9}" srcOrd="0" destOrd="0" presId="urn:microsoft.com/office/officeart/2008/layout/HorizontalMultiLevelHierarchy"/>
    <dgm:cxn modelId="{F3E47778-73A9-4CDA-8C5A-BA9094C8BDEA}" type="presOf" srcId="{042850DD-4AB9-4EEF-910D-3F4C773F97BF}" destId="{54998760-05A3-416D-8C0D-0BA24204D086}" srcOrd="1" destOrd="0" presId="urn:microsoft.com/office/officeart/2008/layout/HorizontalMultiLevelHierarchy"/>
    <dgm:cxn modelId="{F03D0859-DA82-4A30-922A-F3F4D3E33B68}" type="presOf" srcId="{241BCBEE-066A-4E39-904E-E670FBC4AF98}" destId="{52F87042-8242-49A2-AF5F-CF960EAF18B1}" srcOrd="0" destOrd="0" presId="urn:microsoft.com/office/officeart/2008/layout/HorizontalMultiLevelHierarchy"/>
    <dgm:cxn modelId="{490E277B-C8E3-4A6A-B976-3396F74A2AA2}" srcId="{7E0F5EA2-EB20-40C6-BEA0-01E54BDD93A0}" destId="{4E866EB2-820A-44B7-8F1A-2979536024BA}" srcOrd="0" destOrd="0" parTransId="{C6F82799-3528-41AF-9317-924E30230F61}" sibTransId="{08FA48FE-D549-4359-889B-E69CBE7DAE2B}"/>
    <dgm:cxn modelId="{40C2957D-ECAC-492B-AA11-57B5031D2652}" type="presOf" srcId="{FD4FCEB3-C095-4897-A937-1D043414C7C2}" destId="{7B022C26-8807-452B-A592-9F7D484E8D63}" srcOrd="0" destOrd="0" presId="urn:microsoft.com/office/officeart/2008/layout/HorizontalMultiLevelHierarchy"/>
    <dgm:cxn modelId="{D4CDB481-521A-4003-8297-51006D0216F6}" type="presOf" srcId="{042850DD-4AB9-4EEF-910D-3F4C773F97BF}" destId="{42A504BA-7AA0-4A65-90DC-FDA7456284C0}" srcOrd="0" destOrd="0" presId="urn:microsoft.com/office/officeart/2008/layout/HorizontalMultiLevelHierarchy"/>
    <dgm:cxn modelId="{4336EA83-9D0E-4626-9C98-1D149249A853}" srcId="{8BF80CAF-B826-4309-BEAA-98E422376143}" destId="{88D2D553-B0D9-4314-B86F-F43D17FF881F}" srcOrd="3" destOrd="0" parTransId="{F71969C0-988A-4227-BF5A-2C5F2C94B5E4}" sibTransId="{2EACAC09-0C65-4560-988A-2D6544A11F90}"/>
    <dgm:cxn modelId="{7A51C684-8AF3-4352-89E5-6A2B2B02F6F8}" type="presOf" srcId="{A1AA5E55-FEE0-4C03-AACB-FAA7F2E69AFB}" destId="{C1DA2DE0-497E-47A4-91CB-A9083CC7D6FF}" srcOrd="0" destOrd="0" presId="urn:microsoft.com/office/officeart/2008/layout/HorizontalMultiLevelHierarchy"/>
    <dgm:cxn modelId="{97CD5887-DD2C-40A7-BDE1-2531A9379304}" srcId="{10C947B3-8AF7-4FB9-8018-D5A20C1BB67B}" destId="{1F047578-921F-4493-B194-26BCB8D39F4C}" srcOrd="0" destOrd="0" parTransId="{0694D120-3FA1-4EF9-98D1-C3D5A5989571}" sibTransId="{9C9285F2-5DAE-45C6-947A-19A3A65CAEDE}"/>
    <dgm:cxn modelId="{E9C54789-7AEF-4C03-B434-C1B71F2E5178}" srcId="{A1AA5E55-FEE0-4C03-AACB-FAA7F2E69AFB}" destId="{2771BAF1-C2B1-46FE-878C-C11F54229050}" srcOrd="0" destOrd="0" parTransId="{4BB26142-078E-4142-ADBC-A2ECA3CE82B5}" sibTransId="{EA74960F-3E9A-4AFA-BEE4-B7ADC6661026}"/>
    <dgm:cxn modelId="{0E99978B-688F-48D8-A04E-EBBC0D182413}" type="presOf" srcId="{F87747BC-A146-453E-8E18-DCCD9919C445}" destId="{FF1A1EA1-68F5-4D17-A3B3-FFE6DC6FA509}" srcOrd="0" destOrd="0" presId="urn:microsoft.com/office/officeart/2008/layout/HorizontalMultiLevelHierarchy"/>
    <dgm:cxn modelId="{9BBD258F-A3EE-4EAE-973C-282966812DDC}" type="presOf" srcId="{72AFDD30-DCA3-4C02-BE64-873ABF75134D}" destId="{C8676454-4459-470C-8F7F-2D784F296CFC}" srcOrd="1" destOrd="0" presId="urn:microsoft.com/office/officeart/2008/layout/HorizontalMultiLevelHierarchy"/>
    <dgm:cxn modelId="{623E6093-8597-4B7C-A9DF-E33DD576F4ED}" type="presOf" srcId="{92187B84-75BC-451D-A754-D1F855372D3D}" destId="{79550393-03C6-48D3-84EA-1B020A5821E6}" srcOrd="0" destOrd="0" presId="urn:microsoft.com/office/officeart/2008/layout/HorizontalMultiLevelHierarchy"/>
    <dgm:cxn modelId="{F4BBF793-339B-4BF2-843C-FAC2F9E4DBA3}" type="presOf" srcId="{3B8A99A3-8D95-4404-BD62-CF7AE4D72FF3}" destId="{E616E462-F0DA-4063-844F-5F69C0C1B222}" srcOrd="0" destOrd="0" presId="urn:microsoft.com/office/officeart/2008/layout/HorizontalMultiLevelHierarchy"/>
    <dgm:cxn modelId="{D8FD4296-B736-402D-902D-71A344B34396}" type="presOf" srcId="{592F663C-1C60-4BD2-A89E-FFFEEC4F5250}" destId="{F50116CB-518F-47C7-9DE8-64B3C88AF36E}" srcOrd="0" destOrd="0" presId="urn:microsoft.com/office/officeart/2008/layout/HorizontalMultiLevelHierarchy"/>
    <dgm:cxn modelId="{E99DA197-0F9B-4647-A655-570826C83B49}" type="presOf" srcId="{3347E179-88EF-419E-BDB1-CF4C8F7F720D}" destId="{BF6A7581-ED12-4820-B5CD-B7A419D8FE06}" srcOrd="0" destOrd="0" presId="urn:microsoft.com/office/officeart/2008/layout/HorizontalMultiLevelHierarchy"/>
    <dgm:cxn modelId="{A044689E-8949-4E25-BC59-46C64562BB3E}" srcId="{92187B84-75BC-451D-A754-D1F855372D3D}" destId="{A1AA5E55-FEE0-4C03-AACB-FAA7F2E69AFB}" srcOrd="0" destOrd="0" parTransId="{E2997A58-22B9-4DFF-91E5-35510D0823BB}" sibTransId="{10E7F77E-8881-4C21-8CBE-836851898EA7}"/>
    <dgm:cxn modelId="{11AC059F-C11B-45A3-B846-FD3BE0A40A1C}" type="presOf" srcId="{8D087674-D0D0-4F80-B80E-FAA76746B48A}" destId="{070923CC-892B-4935-83F9-AC52C8D6D4D8}" srcOrd="0" destOrd="0" presId="urn:microsoft.com/office/officeart/2008/layout/HorizontalMultiLevelHierarchy"/>
    <dgm:cxn modelId="{4FE7ADA0-1180-43C8-86C1-C8D7470F1F28}" type="presOf" srcId="{95345720-FEB3-42A1-AB79-8920AA93C57D}" destId="{B8960052-DF6E-4798-9E1E-37D04D26355D}" srcOrd="1" destOrd="0" presId="urn:microsoft.com/office/officeart/2008/layout/HorizontalMultiLevelHierarchy"/>
    <dgm:cxn modelId="{76EC68A1-ABF7-4B84-83C0-269B4B4A977B}" type="presOf" srcId="{8A83B7FC-9873-4BF0-A994-DA8138ABF014}" destId="{54AA250F-D096-4BAE-841D-30508CD1B687}" srcOrd="0" destOrd="0" presId="urn:microsoft.com/office/officeart/2008/layout/HorizontalMultiLevelHierarchy"/>
    <dgm:cxn modelId="{A37984A1-667E-4561-AFD8-65491C218071}" type="presOf" srcId="{EED46F4B-E8DD-4390-934F-FA87BE5D1D1F}" destId="{6451B49E-C501-4FF3-9D7E-7C233CAD3331}" srcOrd="1" destOrd="0" presId="urn:microsoft.com/office/officeart/2008/layout/HorizontalMultiLevelHierarchy"/>
    <dgm:cxn modelId="{BFE9DDA1-3FCE-409A-8A89-8B1C44685D21}" srcId="{3B7635BC-4AB5-43DA-B615-7AE0C1CA63CB}" destId="{048FAC4E-E750-4815-8375-F5688B1AA4E6}" srcOrd="0" destOrd="0" parTransId="{B3F1924A-75F4-451C-AFBC-F5A596FAD44C}" sibTransId="{3A485091-F3DD-4879-B0EE-FC4A9D9D67FF}"/>
    <dgm:cxn modelId="{409871A3-5686-45EC-8D3D-713677B658E5}" type="presOf" srcId="{8592EC3B-68A6-4FF0-9D3B-F138FFC73021}" destId="{4C619735-E222-4A06-94F2-F77A7A963717}" srcOrd="0" destOrd="0" presId="urn:microsoft.com/office/officeart/2008/layout/HorizontalMultiLevelHierarchy"/>
    <dgm:cxn modelId="{091C5AA3-0AA3-4F38-845B-60453C339164}" type="presOf" srcId="{B3F1924A-75F4-451C-AFBC-F5A596FAD44C}" destId="{1590E27F-5D25-4454-A4CC-CA98A68FE061}" srcOrd="0" destOrd="0" presId="urn:microsoft.com/office/officeart/2008/layout/HorizontalMultiLevelHierarchy"/>
    <dgm:cxn modelId="{43C47CA3-03D5-43E8-9F60-BC0D6EED17BC}" type="presOf" srcId="{10C947B3-8AF7-4FB9-8018-D5A20C1BB67B}" destId="{049E5A5B-A91D-43EA-AE69-5697E2C74789}" srcOrd="0" destOrd="0" presId="urn:microsoft.com/office/officeart/2008/layout/HorizontalMultiLevelHierarchy"/>
    <dgm:cxn modelId="{DB6A94A3-6D7B-4DE0-878E-DAB1BADC9F17}" type="presOf" srcId="{72AFDD30-DCA3-4C02-BE64-873ABF75134D}" destId="{35D3F1D1-B8A1-4825-AEA1-D92EFE47C714}" srcOrd="0" destOrd="0" presId="urn:microsoft.com/office/officeart/2008/layout/HorizontalMultiLevelHierarchy"/>
    <dgm:cxn modelId="{BF2A1FA8-225A-4B4C-9DC0-78878D613CEC}" srcId="{2BC1157E-1196-49FB-A315-F17A505E6F7B}" destId="{8CF968F3-0020-49B7-95E9-BF1A3FF84482}" srcOrd="0" destOrd="0" parTransId="{46262C39-D8FB-4460-8A0D-2BC012390956}" sibTransId="{25570435-1AE1-463F-A4DE-CB1B87A32056}"/>
    <dgm:cxn modelId="{46D329AA-61BB-489C-AB4A-93088701ACA1}" srcId="{96D20432-03DD-4506-98EE-F73EF6B2D70B}" destId="{F87747BC-A146-453E-8E18-DCCD9919C445}" srcOrd="0" destOrd="0" parTransId="{385F8827-060B-4946-AFCB-08DE06A5A207}" sibTransId="{97E9162A-E586-4183-89C8-B398B246C402}"/>
    <dgm:cxn modelId="{FC8A7DAA-370D-4714-B1D9-97A57C406CBB}" type="presOf" srcId="{26376974-C4C2-4ED5-B2EC-2AC43D6A6D6C}" destId="{0A4EFB6A-3300-493D-80B1-567F3720B574}" srcOrd="0" destOrd="0" presId="urn:microsoft.com/office/officeart/2008/layout/HorizontalMultiLevelHierarchy"/>
    <dgm:cxn modelId="{2D7910AC-C413-4187-A10A-680B6853C19C}" type="presOf" srcId="{5A53E972-9F49-4291-B150-5B751608CC5C}" destId="{46618C5B-99A2-4D74-BCF0-5861A26544F9}" srcOrd="1" destOrd="0" presId="urn:microsoft.com/office/officeart/2008/layout/HorizontalMultiLevelHierarchy"/>
    <dgm:cxn modelId="{A673A9B0-9106-42A2-BD9C-C0D78A0B9D5B}" type="presOf" srcId="{FD4FCEB3-C095-4897-A937-1D043414C7C2}" destId="{C43B1E31-8DBC-4368-B773-2B43515DD6DF}" srcOrd="1" destOrd="0" presId="urn:microsoft.com/office/officeart/2008/layout/HorizontalMultiLevelHierarchy"/>
    <dgm:cxn modelId="{332489B1-CF2B-4944-AA32-4B12854840AE}" type="presOf" srcId="{9797AE37-5D14-48A6-82E7-31AEEC31F2E8}" destId="{5675C774-A74D-4654-8A8E-F4100D61F868}" srcOrd="0" destOrd="0" presId="urn:microsoft.com/office/officeart/2008/layout/HorizontalMultiLevelHierarchy"/>
    <dgm:cxn modelId="{4798B3B3-9A48-493E-AAB9-500561776FD5}" type="presOf" srcId="{F5033FB0-E5F6-4AC2-A3BE-0E03991C37EF}" destId="{45ABECD0-5951-41F6-86D4-752CC4802463}" srcOrd="0" destOrd="0" presId="urn:microsoft.com/office/officeart/2008/layout/HorizontalMultiLevelHierarchy"/>
    <dgm:cxn modelId="{F0250AB4-3E8D-4245-92F4-A0848EE4A52D}" type="presOf" srcId="{5509352C-24AD-4655-87AA-835BC96B0B41}" destId="{B2A362C5-71C1-4DFF-9C60-91C7F0C69889}" srcOrd="0" destOrd="0" presId="urn:microsoft.com/office/officeart/2008/layout/HorizontalMultiLevelHierarchy"/>
    <dgm:cxn modelId="{27C24DB4-170E-4F46-B56E-831634DE3156}" srcId="{7E85E0F5-F460-4656-804F-0C434BB1982C}" destId="{593A0B31-39D1-472B-BFB9-79B329F6642F}" srcOrd="1" destOrd="0" parTransId="{5A53E972-9F49-4291-B150-5B751608CC5C}" sibTransId="{AF6ADC8D-0685-4B5C-AE74-38D8B6E4C752}"/>
    <dgm:cxn modelId="{C24A0EB5-040C-40CC-A902-D438D11A904F}" type="presOf" srcId="{AD8E8B44-FFC4-427E-B5BF-160C667E4036}" destId="{B3E1F5C3-8C86-482B-8D79-7C1E31F1F497}" srcOrd="1" destOrd="0" presId="urn:microsoft.com/office/officeart/2008/layout/HorizontalMultiLevelHierarchy"/>
    <dgm:cxn modelId="{2BF71BB5-3319-4D36-97FC-6EA85281D8CC}" type="presOf" srcId="{EF1A4C01-7394-4897-9B0D-D33E211A5F98}" destId="{E862BFDC-8042-4F99-9A2C-AA25FFDAC8CE}" srcOrd="1" destOrd="0" presId="urn:microsoft.com/office/officeart/2008/layout/HorizontalMultiLevelHierarchy"/>
    <dgm:cxn modelId="{D332DCB6-2626-467D-AD0F-A75FA389C2A4}" srcId="{E50B7DFA-B3EE-4E6A-BBF2-18192D34034E}" destId="{C9052A13-9250-440F-988B-F9E37D0E91EA}" srcOrd="2" destOrd="0" parTransId="{EE94BAEC-0BFB-4E00-A903-1E58F6C3201B}" sibTransId="{AACE096E-1D48-4A23-BDB5-D6687DF1A409}"/>
    <dgm:cxn modelId="{5CC0CBB7-69EA-4C13-849E-E010C73FA122}" type="presOf" srcId="{E72A1C2F-6DD0-42B6-BE12-18EF30927D8F}" destId="{36970A07-1FEA-4C8A-B1AF-014FF733202A}" srcOrd="0" destOrd="0" presId="urn:microsoft.com/office/officeart/2008/layout/HorizontalMultiLevelHierarchy"/>
    <dgm:cxn modelId="{97BA1DBA-A691-49AA-A6CA-DACCE738B201}" srcId="{048FAC4E-E750-4815-8375-F5688B1AA4E6}" destId="{592F663C-1C60-4BD2-A89E-FFFEEC4F5250}" srcOrd="0" destOrd="0" parTransId="{EF1A4C01-7394-4897-9B0D-D33E211A5F98}" sibTransId="{18F0575B-77CC-46FA-B242-C5C750E51DF6}"/>
    <dgm:cxn modelId="{8313E5BB-5844-46B6-87C6-E4194E2F747A}" type="presOf" srcId="{7E85E0F5-F460-4656-804F-0C434BB1982C}" destId="{4108B0E5-3168-4145-A2EE-B6C482495257}" srcOrd="0" destOrd="0" presId="urn:microsoft.com/office/officeart/2008/layout/HorizontalMultiLevelHierarchy"/>
    <dgm:cxn modelId="{9CCA21BD-874A-4571-BF84-962F61C27D35}" type="presOf" srcId="{CABA5573-8458-48E1-B733-9EBC37EE0FA2}" destId="{43432E08-C4C1-4A66-B23F-4203C316E955}" srcOrd="1" destOrd="0" presId="urn:microsoft.com/office/officeart/2008/layout/HorizontalMultiLevelHierarchy"/>
    <dgm:cxn modelId="{8973BAC0-C59C-4D89-B887-AE9E5CBFE64D}" type="presOf" srcId="{8BF80CAF-B826-4309-BEAA-98E422376143}" destId="{DBC5C04B-39E5-471F-9C29-D4D99BD729E8}" srcOrd="0" destOrd="0" presId="urn:microsoft.com/office/officeart/2008/layout/HorizontalMultiLevelHierarchy"/>
    <dgm:cxn modelId="{720940C3-BD30-4A67-824A-D65CDFA056DE}" type="presOf" srcId="{4CD3F8B9-1638-46ED-8F80-18ADE73371BA}" destId="{782F680C-BC5F-4D00-B8D8-07263256E3E0}" srcOrd="1" destOrd="0" presId="urn:microsoft.com/office/officeart/2008/layout/HorizontalMultiLevelHierarchy"/>
    <dgm:cxn modelId="{38CAC9C4-86E4-4338-9E4C-F77DB630C9C6}" srcId="{048FAC4E-E750-4815-8375-F5688B1AA4E6}" destId="{10C947B3-8AF7-4FB9-8018-D5A20C1BB67B}" srcOrd="1" destOrd="0" parTransId="{6D6D2D8A-2858-4B68-B25C-921A9B236D0C}" sibTransId="{4EF0C857-D183-4D98-ABFE-081190CAF9B7}"/>
    <dgm:cxn modelId="{2EFFD9C4-8EBD-48F2-A9F0-6A0326F47A77}" type="presOf" srcId="{4BB26142-078E-4142-ADBC-A2ECA3CE82B5}" destId="{A64744A6-4D5F-46F6-8E9D-7BC4335EDF1F}" srcOrd="1" destOrd="0" presId="urn:microsoft.com/office/officeart/2008/layout/HorizontalMultiLevelHierarchy"/>
    <dgm:cxn modelId="{5EC95EC5-0CB6-4585-B1EB-5C51084810C8}" type="presOf" srcId="{FCF47904-A255-4695-A6D9-D87A760C7CCC}" destId="{DE20CD38-76E7-47CF-8722-2B8C95849565}" srcOrd="1" destOrd="0" presId="urn:microsoft.com/office/officeart/2008/layout/HorizontalMultiLevelHierarchy"/>
    <dgm:cxn modelId="{396769C6-FFC8-4DA9-AD9B-6865EBBDF2B2}" srcId="{3B7635BC-4AB5-43DA-B615-7AE0C1CA63CB}" destId="{953A691B-B284-4A98-BDA9-687FFED5CF84}" srcOrd="1" destOrd="0" parTransId="{BED471F0-BC73-41F0-B09D-BBE36FB3EF16}" sibTransId="{ECF5D02D-0C79-4521-8B71-CED76041641A}"/>
    <dgm:cxn modelId="{D5799DC6-4757-42F1-80CF-EBACF73B9AE3}" type="presOf" srcId="{048FAC4E-E750-4815-8375-F5688B1AA4E6}" destId="{2D84EBD9-EAAE-461C-BD5C-8D7D6493CA42}" srcOrd="0" destOrd="0" presId="urn:microsoft.com/office/officeart/2008/layout/HorizontalMultiLevelHierarchy"/>
    <dgm:cxn modelId="{348D4CCA-5FE1-45CC-8820-AB16CECE6567}" type="presOf" srcId="{B3F1924A-75F4-451C-AFBC-F5A596FAD44C}" destId="{22600A48-F108-46D3-9BF0-97FC7C230A5A}" srcOrd="1" destOrd="0" presId="urn:microsoft.com/office/officeart/2008/layout/HorizontalMultiLevelHierarchy"/>
    <dgm:cxn modelId="{9BE85ECB-1A2B-46AF-B531-A41557EFC6E1}" type="presOf" srcId="{50E35B8C-D04B-40C5-A582-4DFBC7E6A2B3}" destId="{55173FB4-6291-4690-9692-707EABEAB368}" srcOrd="0" destOrd="0" presId="urn:microsoft.com/office/officeart/2008/layout/HorizontalMultiLevelHierarchy"/>
    <dgm:cxn modelId="{EA5C9ECB-A65A-409A-AA44-7D38E9E17B07}" type="presOf" srcId="{5A53E972-9F49-4291-B150-5B751608CC5C}" destId="{6E5A0142-AA78-45CB-9841-AB2249D625F4}" srcOrd="0" destOrd="0" presId="urn:microsoft.com/office/officeart/2008/layout/HorizontalMultiLevelHierarchy"/>
    <dgm:cxn modelId="{B1B450CC-418F-4477-ADBA-D27F7739FF5D}" type="presOf" srcId="{4E866EB2-820A-44B7-8F1A-2979536024BA}" destId="{3654CC79-9D37-4970-8E3D-1937C3875BB1}" srcOrd="0" destOrd="0" presId="urn:microsoft.com/office/officeart/2008/layout/HorizontalMultiLevelHierarchy"/>
    <dgm:cxn modelId="{988C58CC-410F-41DD-B5ED-EFD15C33CEDD}" srcId="{953A691B-B284-4A98-BDA9-687FFED5CF84}" destId="{F5033FB0-E5F6-4AC2-A3BE-0E03991C37EF}" srcOrd="2" destOrd="0" parTransId="{6354B8D4-248F-4F4B-A81E-E3D4EC18A565}" sibTransId="{A7AD0EAE-3C5F-4000-B36C-14577284C0D9}"/>
    <dgm:cxn modelId="{B585D9CD-A890-48F3-B1FE-90D19158D774}" srcId="{8FD9D1B9-778F-4A24-8B04-1A58E61A465E}" destId="{551095FA-B91D-43FB-A6D2-6634E6D6A579}" srcOrd="0" destOrd="0" parTransId="{3B8A99A3-8D95-4404-BD62-CF7AE4D72FF3}" sibTransId="{74DC5F15-236E-411D-A1F1-F094D83F18C8}"/>
    <dgm:cxn modelId="{8AE812CF-356D-48EC-A868-C9DCE8AE1FDF}" type="presOf" srcId="{4BB26142-078E-4142-ADBC-A2ECA3CE82B5}" destId="{F77947F4-E628-4540-8E0E-3D6C47C8D579}" srcOrd="0" destOrd="0" presId="urn:microsoft.com/office/officeart/2008/layout/HorizontalMultiLevelHierarchy"/>
    <dgm:cxn modelId="{B72D4AD0-2778-4597-A610-F387B95C4B55}" type="presOf" srcId="{2D55CE15-12C4-41DC-AB85-C8DBF398A0D6}" destId="{D02B13C5-E79D-4E0C-93A8-E81DF923186B}" srcOrd="0" destOrd="0" presId="urn:microsoft.com/office/officeart/2008/layout/HorizontalMultiLevelHierarchy"/>
    <dgm:cxn modelId="{CDF6C6D2-8B84-4FA9-A481-E15E6E6D8812}" type="presOf" srcId="{E72A1C2F-6DD0-42B6-BE12-18EF30927D8F}" destId="{E9A76219-AFA0-4E6F-B05F-A5660211AE76}" srcOrd="1" destOrd="0" presId="urn:microsoft.com/office/officeart/2008/layout/HorizontalMultiLevelHierarchy"/>
    <dgm:cxn modelId="{E0FA04D3-52D7-4CD7-8BE8-8F015A1EF6BB}" srcId="{7E0F5EA2-EB20-40C6-BEA0-01E54BDD93A0}" destId="{2BC1157E-1196-49FB-A315-F17A505E6F7B}" srcOrd="1" destOrd="0" parTransId="{4CD3F8B9-1638-46ED-8F80-18ADE73371BA}" sibTransId="{DEBCCF11-CBAF-4B77-978C-0238D68EE295}"/>
    <dgm:cxn modelId="{045F59D7-62A7-4C9C-ACEE-DE2C1D4E66A6}" type="presOf" srcId="{72577E22-0D4B-40C5-BA25-EF05DF16F70C}" destId="{057C3C44-902C-4A95-AA3F-8FC97B6ACD45}" srcOrd="1" destOrd="0" presId="urn:microsoft.com/office/officeart/2008/layout/HorizontalMultiLevelHierarchy"/>
    <dgm:cxn modelId="{236F43D9-6648-4622-BBAB-A632342A947B}" type="presOf" srcId="{8CF968F3-0020-49B7-95E9-BF1A3FF84482}" destId="{9552CFF4-F115-480F-8788-4C7B43E5424B}" srcOrd="0" destOrd="0" presId="urn:microsoft.com/office/officeart/2008/layout/HorizontalMultiLevelHierarchy"/>
    <dgm:cxn modelId="{67E823DA-5828-4922-B7CF-848014EB431A}" type="presOf" srcId="{EE94BAEC-0BFB-4E00-A903-1E58F6C3201B}" destId="{4EAC7479-2F72-4D0A-A562-705CFB9CEE88}" srcOrd="1" destOrd="0" presId="urn:microsoft.com/office/officeart/2008/layout/HorizontalMultiLevelHierarchy"/>
    <dgm:cxn modelId="{11C9E8DA-8F95-41CC-B0F9-3B0D112DEA54}" srcId="{241BCBEE-066A-4E39-904E-E670FBC4AF98}" destId="{91AA8CAF-ECDC-4331-B650-DB7496355D2D}" srcOrd="0" destOrd="0" parTransId="{FCF47904-A255-4695-A6D9-D87A760C7CCC}" sibTransId="{C0424352-1589-4005-BCFE-069864248CF8}"/>
    <dgm:cxn modelId="{EAC41ADD-F077-44AE-9C26-E380C0C6C340}" type="presOf" srcId="{6354B8D4-248F-4F4B-A81E-E3D4EC18A565}" destId="{F9C2C5B6-EE8F-47C4-A6A5-5D21E77BC2CD}" srcOrd="0" destOrd="0" presId="urn:microsoft.com/office/officeart/2008/layout/HorizontalMultiLevelHierarchy"/>
    <dgm:cxn modelId="{34220FE2-6475-4363-B24F-C7146B66CD0C}" type="presOf" srcId="{BED471F0-BC73-41F0-B09D-BBE36FB3EF16}" destId="{F0BF6059-74BE-48E6-A924-E38020F89AC8}" srcOrd="0" destOrd="0" presId="urn:microsoft.com/office/officeart/2008/layout/HorizontalMultiLevelHierarchy"/>
    <dgm:cxn modelId="{863A26E2-5BF1-4ABD-8151-24465445F55E}" srcId="{7E85E0F5-F460-4656-804F-0C434BB1982C}" destId="{9C993554-6543-414C-9EA2-D677117D1E0C}" srcOrd="0" destOrd="0" parTransId="{CD17E10C-C605-4E9F-92A9-941977F01C73}" sibTransId="{1081036A-F18B-4588-80E6-BBE29AE452EB}"/>
    <dgm:cxn modelId="{73BADFE3-75F5-4A4E-B5AA-F26BC916C546}" type="presOf" srcId="{3ABF8ACD-166E-4257-BE46-2F2CAFF5FE85}" destId="{EE9CC1E9-51EE-4056-A55C-AE9DEE51B59C}" srcOrd="0" destOrd="0" presId="urn:microsoft.com/office/officeart/2008/layout/HorizontalMultiLevelHierarchy"/>
    <dgm:cxn modelId="{33E287E5-DA70-4200-A93D-E55CD332326A}" type="presOf" srcId="{3B7635BC-4AB5-43DA-B615-7AE0C1CA63CB}" destId="{35F39FBA-5B06-4CE8-BAD9-3AED784146C9}" srcOrd="0" destOrd="0" presId="urn:microsoft.com/office/officeart/2008/layout/HorizontalMultiLevelHierarchy"/>
    <dgm:cxn modelId="{7347EAE5-5AE1-4F31-909C-09998B65EDD5}" type="presOf" srcId="{692E34A9-B1A3-464F-917B-3D849BC36261}" destId="{87DFBFBA-9C84-487B-8E54-D44ECA165587}" srcOrd="0" destOrd="0" presId="urn:microsoft.com/office/officeart/2008/layout/HorizontalMultiLevelHierarchy"/>
    <dgm:cxn modelId="{C64C88E7-3E33-4A51-AF98-E34C660C80AD}" type="presOf" srcId="{E2997A58-22B9-4DFF-91E5-35510D0823BB}" destId="{5EC8DE15-C303-4C5D-8A24-8DDE33BD1FAE}" srcOrd="1" destOrd="0" presId="urn:microsoft.com/office/officeart/2008/layout/HorizontalMultiLevelHierarchy"/>
    <dgm:cxn modelId="{B17C95E7-F04D-4A39-8C5E-DA859010A5BD}" type="presOf" srcId="{88D2D553-B0D9-4314-B86F-F43D17FF881F}" destId="{4C1D4385-EDA6-4C7D-A56A-9A9065402F2D}" srcOrd="0" destOrd="0" presId="urn:microsoft.com/office/officeart/2008/layout/HorizontalMultiLevelHierarchy"/>
    <dgm:cxn modelId="{A228AAE7-CA83-473C-8B8F-003C6BCEB56A}" srcId="{B43370F6-5DB6-48E7-9BE5-BE1E2C52060D}" destId="{26376974-C4C2-4ED5-B2EC-2AC43D6A6D6C}" srcOrd="0" destOrd="0" parTransId="{D6D7AEC9-C5B7-4299-BF9D-3C3FBB23B318}" sibTransId="{364B8AC3-115C-4D12-82C0-F7A39C12AACA}"/>
    <dgm:cxn modelId="{5A1A6BE8-C8FE-4CC3-A389-929CB7BDDBF2}" type="presOf" srcId="{E1226CDC-F505-4D48-96E3-0C2A9A200E6B}" destId="{F498624E-0891-4062-B1FE-F10494426438}" srcOrd="0" destOrd="0" presId="urn:microsoft.com/office/officeart/2008/layout/HorizontalMultiLevelHierarchy"/>
    <dgm:cxn modelId="{2527DEE8-3DBD-4EE6-8ACF-67CB9BB8A5FA}" type="presOf" srcId="{EED46F4B-E8DD-4390-934F-FA87BE5D1D1F}" destId="{716BD459-FD3E-42CB-A82A-7D4C8A2161EE}" srcOrd="0" destOrd="0" presId="urn:microsoft.com/office/officeart/2008/layout/HorizontalMultiLevelHierarchy"/>
    <dgm:cxn modelId="{EBFE19EA-BD72-4FD6-BFB2-EFC509E4CD47}" type="presOf" srcId="{F5F98026-38D1-49B1-A08D-728D2876CDF6}" destId="{C786B6A3-C068-4165-9A31-F2780D758C97}" srcOrd="0" destOrd="0" presId="urn:microsoft.com/office/officeart/2008/layout/HorizontalMultiLevelHierarchy"/>
    <dgm:cxn modelId="{198542F1-197E-48A5-80CD-22C1BEB47C04}" type="presOf" srcId="{AD5489D1-4991-439A-A759-08852B09CE49}" destId="{1DF50E03-4AB6-41CB-946F-FE6F03B7E170}" srcOrd="0" destOrd="0" presId="urn:microsoft.com/office/officeart/2008/layout/HorizontalMultiLevelHierarchy"/>
    <dgm:cxn modelId="{898143F2-6F47-4076-9C15-3EB0F7B977AD}" type="presOf" srcId="{FCF47904-A255-4695-A6D9-D87A760C7CCC}" destId="{F263DED9-B469-41B0-9621-ACD07D4933C9}" srcOrd="0" destOrd="0" presId="urn:microsoft.com/office/officeart/2008/layout/HorizontalMultiLevelHierarchy"/>
    <dgm:cxn modelId="{C39AB9F2-F21C-4E4D-A3B4-DF224AB1BDA8}" type="presOf" srcId="{593A0B31-39D1-472B-BFB9-79B329F6642F}" destId="{63CC58FB-8F38-451E-8314-235302411DF0}" srcOrd="0" destOrd="0" presId="urn:microsoft.com/office/officeart/2008/layout/HorizontalMultiLevelHierarchy"/>
    <dgm:cxn modelId="{DBAAD8F4-F0B3-412D-8A30-2C0BD792DDFD}" type="presOf" srcId="{9D1F45E1-6D23-439F-A627-C58DF10F41BA}" destId="{92EDD3D1-9E7D-4A69-AE32-F301AE4C40F3}" srcOrd="0" destOrd="0" presId="urn:microsoft.com/office/officeart/2008/layout/HorizontalMultiLevelHierarchy"/>
    <dgm:cxn modelId="{27923FFA-A1DA-4F15-BC24-506F8F891BBE}" type="presOf" srcId="{1F047578-921F-4493-B194-26BCB8D39F4C}" destId="{C267F297-9D41-4813-9E84-18C0E9718B2B}" srcOrd="0" destOrd="0" presId="urn:microsoft.com/office/officeart/2008/layout/HorizontalMultiLevelHierarchy"/>
    <dgm:cxn modelId="{0C92BBFA-5556-4B80-9E4E-75650CDDB086}" type="presOf" srcId="{0D2DE31D-066E-4A99-8072-A460DE831406}" destId="{5E1E8358-C585-40D0-A627-B10A35F88419}" srcOrd="0" destOrd="0" presId="urn:microsoft.com/office/officeart/2008/layout/HorizontalMultiLevelHierarchy"/>
    <dgm:cxn modelId="{C71788FB-FBB9-458A-BBDF-DC1154DC0D0E}" srcId="{51AA43FE-4441-4632-88DA-EB63C3B48E36}" destId="{CB2855E3-1077-4AAA-AC0B-B4818CE62ADC}" srcOrd="1" destOrd="0" parTransId="{260CA2B2-64B4-4740-A391-CE188E26B2DF}" sibTransId="{DDDA2CC6-8108-45A7-93C6-8202CEBCA6BA}"/>
    <dgm:cxn modelId="{1A0312FC-A3BC-4C8C-9B1E-C1532E7F733E}" type="presOf" srcId="{7E0F5EA2-EB20-40C6-BEA0-01E54BDD93A0}" destId="{D5255625-2276-4C7B-B9FC-8679B4B25DE6}" srcOrd="0" destOrd="0" presId="urn:microsoft.com/office/officeart/2008/layout/HorizontalMultiLevelHierarchy"/>
    <dgm:cxn modelId="{46EE17FC-7E8E-4618-A471-DA3EF75EFB9D}" type="presOf" srcId="{9797AE37-5D14-48A6-82E7-31AEEC31F2E8}" destId="{90AEE3A9-489A-407F-8500-C21A72125384}" srcOrd="1" destOrd="0" presId="urn:microsoft.com/office/officeart/2008/layout/HorizontalMultiLevelHierarchy"/>
    <dgm:cxn modelId="{F6EAE2FC-B24E-4CEE-8D8B-E1B5C347A4C3}" type="presOf" srcId="{2BC1157E-1196-49FB-A315-F17A505E6F7B}" destId="{C26E1C24-9D93-4398-8C91-985C40354D79}" srcOrd="0" destOrd="0" presId="urn:microsoft.com/office/officeart/2008/layout/HorizontalMultiLevelHierarchy"/>
    <dgm:cxn modelId="{4D4830B6-DF22-4674-8EDA-F0278ABAB2D8}" type="presParOf" srcId="{40D8D8B4-1783-4A05-8961-E1E5BB284F00}" destId="{68BF5207-F760-459A-A122-4F1B54346AF3}" srcOrd="0" destOrd="0" presId="urn:microsoft.com/office/officeart/2008/layout/HorizontalMultiLevelHierarchy"/>
    <dgm:cxn modelId="{E9ECC9ED-B86F-4ED7-A57A-28EA5DB34840}" type="presParOf" srcId="{68BF5207-F760-459A-A122-4F1B54346AF3}" destId="{35F39FBA-5B06-4CE8-BAD9-3AED784146C9}" srcOrd="0" destOrd="0" presId="urn:microsoft.com/office/officeart/2008/layout/HorizontalMultiLevelHierarchy"/>
    <dgm:cxn modelId="{3009755E-B7F0-413D-B029-EAB9E23F5880}" type="presParOf" srcId="{68BF5207-F760-459A-A122-4F1B54346AF3}" destId="{9631F00B-9353-4C7F-AC05-6C7251DBE588}" srcOrd="1" destOrd="0" presId="urn:microsoft.com/office/officeart/2008/layout/HorizontalMultiLevelHierarchy"/>
    <dgm:cxn modelId="{403228EE-A314-40D1-9E7F-76FFFA92F16E}" type="presParOf" srcId="{9631F00B-9353-4C7F-AC05-6C7251DBE588}" destId="{1590E27F-5D25-4454-A4CC-CA98A68FE061}" srcOrd="0" destOrd="0" presId="urn:microsoft.com/office/officeart/2008/layout/HorizontalMultiLevelHierarchy"/>
    <dgm:cxn modelId="{DA3D6A95-2791-4E85-9739-CE9B0AC51D06}" type="presParOf" srcId="{1590E27F-5D25-4454-A4CC-CA98A68FE061}" destId="{22600A48-F108-46D3-9BF0-97FC7C230A5A}" srcOrd="0" destOrd="0" presId="urn:microsoft.com/office/officeart/2008/layout/HorizontalMultiLevelHierarchy"/>
    <dgm:cxn modelId="{46C09603-2CB1-4B27-A0B5-AAC088280A06}" type="presParOf" srcId="{9631F00B-9353-4C7F-AC05-6C7251DBE588}" destId="{1F34EB6D-C1C5-4591-A59D-F2CFAA69C84D}" srcOrd="1" destOrd="0" presId="urn:microsoft.com/office/officeart/2008/layout/HorizontalMultiLevelHierarchy"/>
    <dgm:cxn modelId="{2E69EECD-6ACB-4E8C-93C2-245DF248BB13}" type="presParOf" srcId="{1F34EB6D-C1C5-4591-A59D-F2CFAA69C84D}" destId="{2D84EBD9-EAAE-461C-BD5C-8D7D6493CA42}" srcOrd="0" destOrd="0" presId="urn:microsoft.com/office/officeart/2008/layout/HorizontalMultiLevelHierarchy"/>
    <dgm:cxn modelId="{6F5FA2CF-E9EC-4A25-97A3-0B1DDD1BA3A6}" type="presParOf" srcId="{1F34EB6D-C1C5-4591-A59D-F2CFAA69C84D}" destId="{86FEE04A-E7DF-43C6-9B60-800F11A6D7B5}" srcOrd="1" destOrd="0" presId="urn:microsoft.com/office/officeart/2008/layout/HorizontalMultiLevelHierarchy"/>
    <dgm:cxn modelId="{7BE72051-E837-4692-80D1-225FB68BB31A}" type="presParOf" srcId="{86FEE04A-E7DF-43C6-9B60-800F11A6D7B5}" destId="{8F67FE28-F10E-43A1-8B7E-BBC2C8CBA73F}" srcOrd="0" destOrd="0" presId="urn:microsoft.com/office/officeart/2008/layout/HorizontalMultiLevelHierarchy"/>
    <dgm:cxn modelId="{8061A5CF-EB35-4164-9A4D-78109182BDD1}" type="presParOf" srcId="{8F67FE28-F10E-43A1-8B7E-BBC2C8CBA73F}" destId="{E862BFDC-8042-4F99-9A2C-AA25FFDAC8CE}" srcOrd="0" destOrd="0" presId="urn:microsoft.com/office/officeart/2008/layout/HorizontalMultiLevelHierarchy"/>
    <dgm:cxn modelId="{B00C540F-1E65-4DCE-9B0F-B6F9CADD8126}" type="presParOf" srcId="{86FEE04A-E7DF-43C6-9B60-800F11A6D7B5}" destId="{617F5BBA-6D39-4E7F-A006-795678D96EA2}" srcOrd="1" destOrd="0" presId="urn:microsoft.com/office/officeart/2008/layout/HorizontalMultiLevelHierarchy"/>
    <dgm:cxn modelId="{DFFC3393-612C-41DB-BFA1-AB77A0080BE7}" type="presParOf" srcId="{617F5BBA-6D39-4E7F-A006-795678D96EA2}" destId="{F50116CB-518F-47C7-9DE8-64B3C88AF36E}" srcOrd="0" destOrd="0" presId="urn:microsoft.com/office/officeart/2008/layout/HorizontalMultiLevelHierarchy"/>
    <dgm:cxn modelId="{72A8ACBB-FEB3-4015-965E-A9AFA18A3D36}" type="presParOf" srcId="{617F5BBA-6D39-4E7F-A006-795678D96EA2}" destId="{E22CB873-044D-4B8E-A3E7-51732FDC811E}" srcOrd="1" destOrd="0" presId="urn:microsoft.com/office/officeart/2008/layout/HorizontalMultiLevelHierarchy"/>
    <dgm:cxn modelId="{3DFC0308-43D5-464A-B12E-7FB3188A1E9C}" type="presParOf" srcId="{E22CB873-044D-4B8E-A3E7-51732FDC811E}" destId="{42A504BA-7AA0-4A65-90DC-FDA7456284C0}" srcOrd="0" destOrd="0" presId="urn:microsoft.com/office/officeart/2008/layout/HorizontalMultiLevelHierarchy"/>
    <dgm:cxn modelId="{508E9DCF-3AD0-4D3E-A56B-8DBF6047AA23}" type="presParOf" srcId="{42A504BA-7AA0-4A65-90DC-FDA7456284C0}" destId="{54998760-05A3-416D-8C0D-0BA24204D086}" srcOrd="0" destOrd="0" presId="urn:microsoft.com/office/officeart/2008/layout/HorizontalMultiLevelHierarchy"/>
    <dgm:cxn modelId="{FA7971C1-7E5F-4B7F-9E9F-7FF32457669D}" type="presParOf" srcId="{E22CB873-044D-4B8E-A3E7-51732FDC811E}" destId="{D7AEC596-5450-43EC-8032-636E439BF060}" srcOrd="1" destOrd="0" presId="urn:microsoft.com/office/officeart/2008/layout/HorizontalMultiLevelHierarchy"/>
    <dgm:cxn modelId="{9EAAD36F-A0CC-42CA-9674-7789F56BBAD9}" type="presParOf" srcId="{D7AEC596-5450-43EC-8032-636E439BF060}" destId="{EE9CC1E9-51EE-4056-A55C-AE9DEE51B59C}" srcOrd="0" destOrd="0" presId="urn:microsoft.com/office/officeart/2008/layout/HorizontalMultiLevelHierarchy"/>
    <dgm:cxn modelId="{D44510C5-0A11-4358-BB56-6C6B05AADDE0}" type="presParOf" srcId="{D7AEC596-5450-43EC-8032-636E439BF060}" destId="{EA26DEBB-7D45-48D5-9D8D-69F05B869D19}" srcOrd="1" destOrd="0" presId="urn:microsoft.com/office/officeart/2008/layout/HorizontalMultiLevelHierarchy"/>
    <dgm:cxn modelId="{B08AC391-B228-480C-83C1-89F8608DE469}" type="presParOf" srcId="{86FEE04A-E7DF-43C6-9B60-800F11A6D7B5}" destId="{C7D25787-4C94-47BF-90C3-C7721603A092}" srcOrd="2" destOrd="0" presId="urn:microsoft.com/office/officeart/2008/layout/HorizontalMultiLevelHierarchy"/>
    <dgm:cxn modelId="{073A9429-0F05-45C8-8869-31D890E2465A}" type="presParOf" srcId="{C7D25787-4C94-47BF-90C3-C7721603A092}" destId="{CADD3C69-B33E-4BA0-A58B-33162C0E67C3}" srcOrd="0" destOrd="0" presId="urn:microsoft.com/office/officeart/2008/layout/HorizontalMultiLevelHierarchy"/>
    <dgm:cxn modelId="{A2A59C52-791C-4A06-929C-BFD1FFF3655A}" type="presParOf" srcId="{86FEE04A-E7DF-43C6-9B60-800F11A6D7B5}" destId="{CDF0E680-950F-49BE-AE4C-A769EE73073A}" srcOrd="3" destOrd="0" presId="urn:microsoft.com/office/officeart/2008/layout/HorizontalMultiLevelHierarchy"/>
    <dgm:cxn modelId="{7AC2A980-39C7-4586-B402-7410EC634F8F}" type="presParOf" srcId="{CDF0E680-950F-49BE-AE4C-A769EE73073A}" destId="{049E5A5B-A91D-43EA-AE69-5697E2C74789}" srcOrd="0" destOrd="0" presId="urn:microsoft.com/office/officeart/2008/layout/HorizontalMultiLevelHierarchy"/>
    <dgm:cxn modelId="{E1EDE7E9-B818-48AD-847D-B0E763BF90DB}" type="presParOf" srcId="{CDF0E680-950F-49BE-AE4C-A769EE73073A}" destId="{64C3352C-0C14-47A3-8E04-8F79445B7F1E}" srcOrd="1" destOrd="0" presId="urn:microsoft.com/office/officeart/2008/layout/HorizontalMultiLevelHierarchy"/>
    <dgm:cxn modelId="{73A58772-21A9-44D4-AD7F-7CE7E6759E42}" type="presParOf" srcId="{64C3352C-0C14-47A3-8E04-8F79445B7F1E}" destId="{756C9014-3C78-4AE3-BDAD-193989E423F3}" srcOrd="0" destOrd="0" presId="urn:microsoft.com/office/officeart/2008/layout/HorizontalMultiLevelHierarchy"/>
    <dgm:cxn modelId="{FC1AD4B7-FE1C-4489-8E2B-40A8E3BE3BDA}" type="presParOf" srcId="{756C9014-3C78-4AE3-BDAD-193989E423F3}" destId="{817A5B78-17A6-421A-B01E-2FCC46EFDDF8}" srcOrd="0" destOrd="0" presId="urn:microsoft.com/office/officeart/2008/layout/HorizontalMultiLevelHierarchy"/>
    <dgm:cxn modelId="{8F4B027C-3234-4198-80D8-470F0C4F4CDE}" type="presParOf" srcId="{64C3352C-0C14-47A3-8E04-8F79445B7F1E}" destId="{04854254-F2F9-4857-BE01-2AB0145E575D}" srcOrd="1" destOrd="0" presId="urn:microsoft.com/office/officeart/2008/layout/HorizontalMultiLevelHierarchy"/>
    <dgm:cxn modelId="{91B0C6BF-5319-4905-B0FD-446EB71E9EA8}" type="presParOf" srcId="{04854254-F2F9-4857-BE01-2AB0145E575D}" destId="{C267F297-9D41-4813-9E84-18C0E9718B2B}" srcOrd="0" destOrd="0" presId="urn:microsoft.com/office/officeart/2008/layout/HorizontalMultiLevelHierarchy"/>
    <dgm:cxn modelId="{1C8675D0-868E-4739-B405-60E587682E80}" type="presParOf" srcId="{04854254-F2F9-4857-BE01-2AB0145E575D}" destId="{30DF6A3D-C3A0-4E0F-89E8-5D33AE0C9EFA}" srcOrd="1" destOrd="0" presId="urn:microsoft.com/office/officeart/2008/layout/HorizontalMultiLevelHierarchy"/>
    <dgm:cxn modelId="{BF3497B0-B133-4DB1-9F03-F072F6678E33}" type="presParOf" srcId="{9631F00B-9353-4C7F-AC05-6C7251DBE588}" destId="{F0BF6059-74BE-48E6-A924-E38020F89AC8}" srcOrd="2" destOrd="0" presId="urn:microsoft.com/office/officeart/2008/layout/HorizontalMultiLevelHierarchy"/>
    <dgm:cxn modelId="{3924FA40-9765-4EAF-87D1-B256C97D8C55}" type="presParOf" srcId="{F0BF6059-74BE-48E6-A924-E38020F89AC8}" destId="{37D0B957-9002-4F35-AEF1-37006FAB52FA}" srcOrd="0" destOrd="0" presId="urn:microsoft.com/office/officeart/2008/layout/HorizontalMultiLevelHierarchy"/>
    <dgm:cxn modelId="{77414329-26E5-412E-9909-D8EB3393341F}" type="presParOf" srcId="{9631F00B-9353-4C7F-AC05-6C7251DBE588}" destId="{5A362743-366F-4805-8B00-DFF28AEF1481}" srcOrd="3" destOrd="0" presId="urn:microsoft.com/office/officeart/2008/layout/HorizontalMultiLevelHierarchy"/>
    <dgm:cxn modelId="{C4C90E4B-C001-4CE1-879C-F8304A3C9C14}" type="presParOf" srcId="{5A362743-366F-4805-8B00-DFF28AEF1481}" destId="{0AC200E6-F4AA-4229-B13C-6D233047902B}" srcOrd="0" destOrd="0" presId="urn:microsoft.com/office/officeart/2008/layout/HorizontalMultiLevelHierarchy"/>
    <dgm:cxn modelId="{A5759038-8D5B-4D60-B636-3D170C326171}" type="presParOf" srcId="{5A362743-366F-4805-8B00-DFF28AEF1481}" destId="{5DFEFDB0-9697-4268-A786-86ECEF3C2571}" srcOrd="1" destOrd="0" presId="urn:microsoft.com/office/officeart/2008/layout/HorizontalMultiLevelHierarchy"/>
    <dgm:cxn modelId="{87DE6903-DC88-4D89-82C2-48533336914B}" type="presParOf" srcId="{5DFEFDB0-9697-4268-A786-86ECEF3C2571}" destId="{808F9BCD-19E5-4262-9908-A3B8EB172C71}" srcOrd="0" destOrd="0" presId="urn:microsoft.com/office/officeart/2008/layout/HorizontalMultiLevelHierarchy"/>
    <dgm:cxn modelId="{1E128DAE-1CE7-47B0-A37C-942D6D7F9CD1}" type="presParOf" srcId="{808F9BCD-19E5-4262-9908-A3B8EB172C71}" destId="{B8960052-DF6E-4798-9E1E-37D04D26355D}" srcOrd="0" destOrd="0" presId="urn:microsoft.com/office/officeart/2008/layout/HorizontalMultiLevelHierarchy"/>
    <dgm:cxn modelId="{53A1D4AC-F24B-484F-8E20-53D8DB5E1F2D}" type="presParOf" srcId="{5DFEFDB0-9697-4268-A786-86ECEF3C2571}" destId="{8BC78DED-4300-406E-B82D-C0992A55BC1D}" srcOrd="1" destOrd="0" presId="urn:microsoft.com/office/officeart/2008/layout/HorizontalMultiLevelHierarchy"/>
    <dgm:cxn modelId="{69B9880F-47C0-485B-A5EC-F74D0A025265}" type="presParOf" srcId="{8BC78DED-4300-406E-B82D-C0992A55BC1D}" destId="{21C91BED-67FC-4B27-9EE2-62E410771FBD}" srcOrd="0" destOrd="0" presId="urn:microsoft.com/office/officeart/2008/layout/HorizontalMultiLevelHierarchy"/>
    <dgm:cxn modelId="{F1605019-699E-4437-9F40-07F057A12AB9}" type="presParOf" srcId="{8BC78DED-4300-406E-B82D-C0992A55BC1D}" destId="{EBA58423-5229-45DD-A6D6-5C15CFE065B9}" srcOrd="1" destOrd="0" presId="urn:microsoft.com/office/officeart/2008/layout/HorizontalMultiLevelHierarchy"/>
    <dgm:cxn modelId="{729FF6C1-3127-46BC-BC5A-28D2AF639AA6}" type="presParOf" srcId="{EBA58423-5229-45DD-A6D6-5C15CFE065B9}" destId="{E616E462-F0DA-4063-844F-5F69C0C1B222}" srcOrd="0" destOrd="0" presId="urn:microsoft.com/office/officeart/2008/layout/HorizontalMultiLevelHierarchy"/>
    <dgm:cxn modelId="{66BDC5B4-EAF5-4998-967A-130D735E69EC}" type="presParOf" srcId="{E616E462-F0DA-4063-844F-5F69C0C1B222}" destId="{A573E3B9-FE0C-44BB-AF5E-0CC2FE914662}" srcOrd="0" destOrd="0" presId="urn:microsoft.com/office/officeart/2008/layout/HorizontalMultiLevelHierarchy"/>
    <dgm:cxn modelId="{4A7FFD14-8583-4C04-85C1-2C6A32930135}" type="presParOf" srcId="{EBA58423-5229-45DD-A6D6-5C15CFE065B9}" destId="{0E4EF417-24CB-41C8-B161-4E5627EEC0A2}" srcOrd="1" destOrd="0" presId="urn:microsoft.com/office/officeart/2008/layout/HorizontalMultiLevelHierarchy"/>
    <dgm:cxn modelId="{0169C382-CD93-4505-9220-8D5160AA8B03}" type="presParOf" srcId="{0E4EF417-24CB-41C8-B161-4E5627EEC0A2}" destId="{FB62A390-0FA7-4F9B-868F-E9AA2DC7A02E}" srcOrd="0" destOrd="0" presId="urn:microsoft.com/office/officeart/2008/layout/HorizontalMultiLevelHierarchy"/>
    <dgm:cxn modelId="{D02230A7-6017-4E9F-A218-8D0402CF5473}" type="presParOf" srcId="{0E4EF417-24CB-41C8-B161-4E5627EEC0A2}" destId="{1D152C4E-AE42-4F77-AC5D-F04D9335604B}" srcOrd="1" destOrd="0" presId="urn:microsoft.com/office/officeart/2008/layout/HorizontalMultiLevelHierarchy"/>
    <dgm:cxn modelId="{DAC798BF-FB92-4FD8-99B0-0A520358D4AA}" type="presParOf" srcId="{5DFEFDB0-9697-4268-A786-86ECEF3C2571}" destId="{717ECB1D-B379-4AAD-96C2-B690E87A7E2E}" srcOrd="2" destOrd="0" presId="urn:microsoft.com/office/officeart/2008/layout/HorizontalMultiLevelHierarchy"/>
    <dgm:cxn modelId="{A3B0F74D-D1D7-4F4B-B79A-AE7BF24E9755}" type="presParOf" srcId="{717ECB1D-B379-4AAD-96C2-B690E87A7E2E}" destId="{BF639AAB-8E6F-4E2E-A45C-EBF7FC9338EA}" srcOrd="0" destOrd="0" presId="urn:microsoft.com/office/officeart/2008/layout/HorizontalMultiLevelHierarchy"/>
    <dgm:cxn modelId="{FC186BF0-5675-47ED-93FD-2B6C27CF1C5C}" type="presParOf" srcId="{5DFEFDB0-9697-4268-A786-86ECEF3C2571}" destId="{04B75E28-BDF4-4BDE-AF4A-91150250350C}" srcOrd="3" destOrd="0" presId="urn:microsoft.com/office/officeart/2008/layout/HorizontalMultiLevelHierarchy"/>
    <dgm:cxn modelId="{FECDCBFF-D29D-40B3-BCC1-DD69A1E05FF6}" type="presParOf" srcId="{04B75E28-BDF4-4BDE-AF4A-91150250350C}" destId="{960284E2-21B5-4EEF-A130-E30E420BA851}" srcOrd="0" destOrd="0" presId="urn:microsoft.com/office/officeart/2008/layout/HorizontalMultiLevelHierarchy"/>
    <dgm:cxn modelId="{60453D49-556D-493F-AD3B-BEDF9583E7DF}" type="presParOf" srcId="{04B75E28-BDF4-4BDE-AF4A-91150250350C}" destId="{A6D2C845-8FAC-4A53-8186-DFC45841E7F6}" srcOrd="1" destOrd="0" presId="urn:microsoft.com/office/officeart/2008/layout/HorizontalMultiLevelHierarchy"/>
    <dgm:cxn modelId="{FEDE7ABF-BC55-44A5-9EB1-48675D14B588}" type="presParOf" srcId="{A6D2C845-8FAC-4A53-8186-DFC45841E7F6}" destId="{D404D48B-C09A-4F29-8F0C-4F799DFD7E44}" srcOrd="0" destOrd="0" presId="urn:microsoft.com/office/officeart/2008/layout/HorizontalMultiLevelHierarchy"/>
    <dgm:cxn modelId="{86C88ACF-CE00-4C9E-BBD1-8A550F3CB6E4}" type="presParOf" srcId="{D404D48B-C09A-4F29-8F0C-4F799DFD7E44}" destId="{FD976E0D-C23F-42FF-899D-7A3C9BBFEE5D}" srcOrd="0" destOrd="0" presId="urn:microsoft.com/office/officeart/2008/layout/HorizontalMultiLevelHierarchy"/>
    <dgm:cxn modelId="{EDA8B066-DB53-4B96-8B4E-BB4FD4DDAAA5}" type="presParOf" srcId="{A6D2C845-8FAC-4A53-8186-DFC45841E7F6}" destId="{7B33C478-429F-4E92-AE25-D8ECFF8AEC90}" srcOrd="1" destOrd="0" presId="urn:microsoft.com/office/officeart/2008/layout/HorizontalMultiLevelHierarchy"/>
    <dgm:cxn modelId="{F85B795C-D271-4190-BA55-2286165ED40F}" type="presParOf" srcId="{7B33C478-429F-4E92-AE25-D8ECFF8AEC90}" destId="{FF1A1EA1-68F5-4D17-A3B3-FFE6DC6FA509}" srcOrd="0" destOrd="0" presId="urn:microsoft.com/office/officeart/2008/layout/HorizontalMultiLevelHierarchy"/>
    <dgm:cxn modelId="{98BA2950-D9F7-4BC7-B475-26FFF8BF0A83}" type="presParOf" srcId="{7B33C478-429F-4E92-AE25-D8ECFF8AEC90}" destId="{748B3A0C-070A-4A2B-ACCF-7B95AA5EF249}" srcOrd="1" destOrd="0" presId="urn:microsoft.com/office/officeart/2008/layout/HorizontalMultiLevelHierarchy"/>
    <dgm:cxn modelId="{6094C61A-E8E8-4054-B25F-D059B4EF583B}" type="presParOf" srcId="{748B3A0C-070A-4A2B-ACCF-7B95AA5EF249}" destId="{BE4E434C-2D64-4018-B569-F206FA216006}" srcOrd="0" destOrd="0" presId="urn:microsoft.com/office/officeart/2008/layout/HorizontalMultiLevelHierarchy"/>
    <dgm:cxn modelId="{170674BE-9395-4A8C-8691-1C6A950DEDAB}" type="presParOf" srcId="{BE4E434C-2D64-4018-B569-F206FA216006}" destId="{04377B14-8D8E-4F10-8360-8B02E0B57629}" srcOrd="0" destOrd="0" presId="urn:microsoft.com/office/officeart/2008/layout/HorizontalMultiLevelHierarchy"/>
    <dgm:cxn modelId="{1C79C210-619F-4D03-8A2B-4D10BBDBF54F}" type="presParOf" srcId="{748B3A0C-070A-4A2B-ACCF-7B95AA5EF249}" destId="{6DD0A59D-D713-40C4-8718-1BD6F42F752D}" srcOrd="1" destOrd="0" presId="urn:microsoft.com/office/officeart/2008/layout/HorizontalMultiLevelHierarchy"/>
    <dgm:cxn modelId="{14997D64-6095-44B5-8C87-DC0AA24CB1A3}" type="presParOf" srcId="{6DD0A59D-D713-40C4-8718-1BD6F42F752D}" destId="{92EDD3D1-9E7D-4A69-AE32-F301AE4C40F3}" srcOrd="0" destOrd="0" presId="urn:microsoft.com/office/officeart/2008/layout/HorizontalMultiLevelHierarchy"/>
    <dgm:cxn modelId="{EE4D2D24-0BD0-4ECA-AF41-93BD769069B3}" type="presParOf" srcId="{6DD0A59D-D713-40C4-8718-1BD6F42F752D}" destId="{15824129-04AE-48C1-87AD-DB1C63357982}" srcOrd="1" destOrd="0" presId="urn:microsoft.com/office/officeart/2008/layout/HorizontalMultiLevelHierarchy"/>
    <dgm:cxn modelId="{16545E94-C95F-47CC-B9D2-AB603A1F989A}" type="presParOf" srcId="{5DFEFDB0-9697-4268-A786-86ECEF3C2571}" destId="{F9C2C5B6-EE8F-47C4-A6A5-5D21E77BC2CD}" srcOrd="4" destOrd="0" presId="urn:microsoft.com/office/officeart/2008/layout/HorizontalMultiLevelHierarchy"/>
    <dgm:cxn modelId="{A0227F18-5373-484C-80DD-F7AE454AC8DF}" type="presParOf" srcId="{F9C2C5B6-EE8F-47C4-A6A5-5D21E77BC2CD}" destId="{6768123C-2963-40A7-B1D7-D272722F61CB}" srcOrd="0" destOrd="0" presId="urn:microsoft.com/office/officeart/2008/layout/HorizontalMultiLevelHierarchy"/>
    <dgm:cxn modelId="{B84E1C32-D377-4F1A-888D-5435317C6DAD}" type="presParOf" srcId="{5DFEFDB0-9697-4268-A786-86ECEF3C2571}" destId="{D6EA8693-05B9-466C-9255-94296A626636}" srcOrd="5" destOrd="0" presId="urn:microsoft.com/office/officeart/2008/layout/HorizontalMultiLevelHierarchy"/>
    <dgm:cxn modelId="{38445A8B-313D-4633-B667-3A7FBAAD5FAB}" type="presParOf" srcId="{D6EA8693-05B9-466C-9255-94296A626636}" destId="{45ABECD0-5951-41F6-86D4-752CC4802463}" srcOrd="0" destOrd="0" presId="urn:microsoft.com/office/officeart/2008/layout/HorizontalMultiLevelHierarchy"/>
    <dgm:cxn modelId="{6B53EBE5-6E26-4BA0-8B88-84BFBAC1925E}" type="presParOf" srcId="{D6EA8693-05B9-466C-9255-94296A626636}" destId="{73562A7A-1B87-443B-9840-FB607E297A65}" srcOrd="1" destOrd="0" presId="urn:microsoft.com/office/officeart/2008/layout/HorizontalMultiLevelHierarchy"/>
    <dgm:cxn modelId="{DF3239E6-70F8-472F-98FB-7F9FC9890451}" type="presParOf" srcId="{73562A7A-1B87-443B-9840-FB607E297A65}" destId="{35D3F1D1-B8A1-4825-AEA1-D92EFE47C714}" srcOrd="0" destOrd="0" presId="urn:microsoft.com/office/officeart/2008/layout/HorizontalMultiLevelHierarchy"/>
    <dgm:cxn modelId="{6AB0BDC0-C1EE-44EF-9A8F-0E30951A5EB4}" type="presParOf" srcId="{35D3F1D1-B8A1-4825-AEA1-D92EFE47C714}" destId="{C8676454-4459-470C-8F7F-2D784F296CFC}" srcOrd="0" destOrd="0" presId="urn:microsoft.com/office/officeart/2008/layout/HorizontalMultiLevelHierarchy"/>
    <dgm:cxn modelId="{C3F33E50-3BCB-4DD4-9328-D7C55818AD4A}" type="presParOf" srcId="{73562A7A-1B87-443B-9840-FB607E297A65}" destId="{0F444DBA-723C-4B0C-823C-1710FEE114DB}" srcOrd="1" destOrd="0" presId="urn:microsoft.com/office/officeart/2008/layout/HorizontalMultiLevelHierarchy"/>
    <dgm:cxn modelId="{D1560F06-6CB3-4EC1-82CD-7AEF0B56AC7D}" type="presParOf" srcId="{0F444DBA-723C-4B0C-823C-1710FEE114DB}" destId="{E63DA227-98B2-467B-9B6D-4C92DC67DCFD}" srcOrd="0" destOrd="0" presId="urn:microsoft.com/office/officeart/2008/layout/HorizontalMultiLevelHierarchy"/>
    <dgm:cxn modelId="{FA6C2155-0639-454B-B645-25113B1B0248}" type="presParOf" srcId="{0F444DBA-723C-4B0C-823C-1710FEE114DB}" destId="{11B412C3-B0C1-46D8-B0B0-7DACA2A579AD}" srcOrd="1" destOrd="0" presId="urn:microsoft.com/office/officeart/2008/layout/HorizontalMultiLevelHierarchy"/>
    <dgm:cxn modelId="{E942FB52-F245-45A3-A1F4-EFC15665A328}" type="presParOf" srcId="{9631F00B-9353-4C7F-AC05-6C7251DBE588}" destId="{1032000F-4A83-4D18-8089-174D41BF952F}" srcOrd="4" destOrd="0" presId="urn:microsoft.com/office/officeart/2008/layout/HorizontalMultiLevelHierarchy"/>
    <dgm:cxn modelId="{E8DA1D0D-F23F-453A-B7D3-E9168C4BDEAC}" type="presParOf" srcId="{1032000F-4A83-4D18-8089-174D41BF952F}" destId="{43432E08-C4C1-4A66-B23F-4203C316E955}" srcOrd="0" destOrd="0" presId="urn:microsoft.com/office/officeart/2008/layout/HorizontalMultiLevelHierarchy"/>
    <dgm:cxn modelId="{DD8CC980-1FB4-46B3-9682-1885E893B95F}" type="presParOf" srcId="{9631F00B-9353-4C7F-AC05-6C7251DBE588}" destId="{3B173243-6E35-4969-8A60-095CE1D4FDC1}" srcOrd="5" destOrd="0" presId="urn:microsoft.com/office/officeart/2008/layout/HorizontalMultiLevelHierarchy"/>
    <dgm:cxn modelId="{A33591BC-E403-4540-AEDD-F4E3413394C2}" type="presParOf" srcId="{3B173243-6E35-4969-8A60-095CE1D4FDC1}" destId="{D5255625-2276-4C7B-B9FC-8679B4B25DE6}" srcOrd="0" destOrd="0" presId="urn:microsoft.com/office/officeart/2008/layout/HorizontalMultiLevelHierarchy"/>
    <dgm:cxn modelId="{04B064A4-1B9D-4893-85E2-26DC7F400A50}" type="presParOf" srcId="{3B173243-6E35-4969-8A60-095CE1D4FDC1}" destId="{3DF2ED96-844A-4401-BF87-6E2381DD02D2}" srcOrd="1" destOrd="0" presId="urn:microsoft.com/office/officeart/2008/layout/HorizontalMultiLevelHierarchy"/>
    <dgm:cxn modelId="{21F5D7AB-2636-43D9-BEF1-68F2F39750DA}" type="presParOf" srcId="{3DF2ED96-844A-4401-BF87-6E2381DD02D2}" destId="{F9827FC3-346E-4340-962C-A91603E74C1A}" srcOrd="0" destOrd="0" presId="urn:microsoft.com/office/officeart/2008/layout/HorizontalMultiLevelHierarchy"/>
    <dgm:cxn modelId="{723B950F-EB8B-4F7A-B9E9-51445813D6EF}" type="presParOf" srcId="{F9827FC3-346E-4340-962C-A91603E74C1A}" destId="{807B60AE-2B3A-4FB7-8E5F-3F0A7FF44285}" srcOrd="0" destOrd="0" presId="urn:microsoft.com/office/officeart/2008/layout/HorizontalMultiLevelHierarchy"/>
    <dgm:cxn modelId="{526816B6-6631-4EDE-ABC8-5CAA5471765D}" type="presParOf" srcId="{3DF2ED96-844A-4401-BF87-6E2381DD02D2}" destId="{2FFD4AB9-8138-4737-A2A1-FFADCD18008F}" srcOrd="1" destOrd="0" presId="urn:microsoft.com/office/officeart/2008/layout/HorizontalMultiLevelHierarchy"/>
    <dgm:cxn modelId="{0B8F94FB-1844-4D96-A0CF-438D1007E34A}" type="presParOf" srcId="{2FFD4AB9-8138-4737-A2A1-FFADCD18008F}" destId="{3654CC79-9D37-4970-8E3D-1937C3875BB1}" srcOrd="0" destOrd="0" presId="urn:microsoft.com/office/officeart/2008/layout/HorizontalMultiLevelHierarchy"/>
    <dgm:cxn modelId="{74E5767C-7BBA-4FD1-99C7-DBC89A5994EA}" type="presParOf" srcId="{2FFD4AB9-8138-4737-A2A1-FFADCD18008F}" destId="{4A2DCF3F-CB9F-4FC9-A0CE-3874529A9D7F}" srcOrd="1" destOrd="0" presId="urn:microsoft.com/office/officeart/2008/layout/HorizontalMultiLevelHierarchy"/>
    <dgm:cxn modelId="{5AB3FA2A-5FF6-413B-A094-94DC831BDEE2}" type="presParOf" srcId="{3DF2ED96-844A-4401-BF87-6E2381DD02D2}" destId="{3CA01373-494C-48F8-B671-154F5B09C6C9}" srcOrd="2" destOrd="0" presId="urn:microsoft.com/office/officeart/2008/layout/HorizontalMultiLevelHierarchy"/>
    <dgm:cxn modelId="{FEB41284-4F0E-4AB8-8A4D-6F6937EB25EF}" type="presParOf" srcId="{3CA01373-494C-48F8-B671-154F5B09C6C9}" destId="{782F680C-BC5F-4D00-B8D8-07263256E3E0}" srcOrd="0" destOrd="0" presId="urn:microsoft.com/office/officeart/2008/layout/HorizontalMultiLevelHierarchy"/>
    <dgm:cxn modelId="{980DEE3A-E211-4168-B65B-317A25014835}" type="presParOf" srcId="{3DF2ED96-844A-4401-BF87-6E2381DD02D2}" destId="{7D6D8238-F161-4066-B805-9827F83B40DE}" srcOrd="3" destOrd="0" presId="urn:microsoft.com/office/officeart/2008/layout/HorizontalMultiLevelHierarchy"/>
    <dgm:cxn modelId="{FF38DEA4-BD9D-4D28-8B58-2ABE61AD19E7}" type="presParOf" srcId="{7D6D8238-F161-4066-B805-9827F83B40DE}" destId="{C26E1C24-9D93-4398-8C91-985C40354D79}" srcOrd="0" destOrd="0" presId="urn:microsoft.com/office/officeart/2008/layout/HorizontalMultiLevelHierarchy"/>
    <dgm:cxn modelId="{D1DE318E-0318-4096-81CD-5D98969146DE}" type="presParOf" srcId="{7D6D8238-F161-4066-B805-9827F83B40DE}" destId="{68C3FE5C-044B-48E4-B8C2-F3387D670FF7}" srcOrd="1" destOrd="0" presId="urn:microsoft.com/office/officeart/2008/layout/HorizontalMultiLevelHierarchy"/>
    <dgm:cxn modelId="{4BF903B0-B6D1-4A7D-A7FF-91C7CC9D9C0A}" type="presParOf" srcId="{68C3FE5C-044B-48E4-B8C2-F3387D670FF7}" destId="{9CA07C03-B382-4871-AF4F-1A7963BC7660}" srcOrd="0" destOrd="0" presId="urn:microsoft.com/office/officeart/2008/layout/HorizontalMultiLevelHierarchy"/>
    <dgm:cxn modelId="{5D97AEB2-80AB-4123-9CEF-F812FBBF9D85}" type="presParOf" srcId="{9CA07C03-B382-4871-AF4F-1A7963BC7660}" destId="{68CE94D2-17C9-4EB3-9C55-8ED91727FC82}" srcOrd="0" destOrd="0" presId="urn:microsoft.com/office/officeart/2008/layout/HorizontalMultiLevelHierarchy"/>
    <dgm:cxn modelId="{53CD35AB-E9F3-4AB6-BE9C-0B7055852716}" type="presParOf" srcId="{68C3FE5C-044B-48E4-B8C2-F3387D670FF7}" destId="{CA3734F7-9445-44A8-A31B-A84AC2043B69}" srcOrd="1" destOrd="0" presId="urn:microsoft.com/office/officeart/2008/layout/HorizontalMultiLevelHierarchy"/>
    <dgm:cxn modelId="{A9F29575-BA92-46B4-AF8E-35DCE9EB6C39}" type="presParOf" srcId="{CA3734F7-9445-44A8-A31B-A84AC2043B69}" destId="{9552CFF4-F115-480F-8788-4C7B43E5424B}" srcOrd="0" destOrd="0" presId="urn:microsoft.com/office/officeart/2008/layout/HorizontalMultiLevelHierarchy"/>
    <dgm:cxn modelId="{4E3880B3-B23C-48D9-A85F-C88D3C4D07C5}" type="presParOf" srcId="{CA3734F7-9445-44A8-A31B-A84AC2043B69}" destId="{A03E4184-2C55-4070-8777-362C0BA4DE8E}" srcOrd="1" destOrd="0" presId="urn:microsoft.com/office/officeart/2008/layout/HorizontalMultiLevelHierarchy"/>
    <dgm:cxn modelId="{CB7FEA2C-5BA9-463D-A50A-C90F18B0851F}" type="presParOf" srcId="{9631F00B-9353-4C7F-AC05-6C7251DBE588}" destId="{787C2340-9370-4852-BBB3-1BB38A600E9C}" srcOrd="6" destOrd="0" presId="urn:microsoft.com/office/officeart/2008/layout/HorizontalMultiLevelHierarchy"/>
    <dgm:cxn modelId="{7BAC3CA1-C221-4E38-B51A-2548AA9CB973}" type="presParOf" srcId="{787C2340-9370-4852-BBB3-1BB38A600E9C}" destId="{B3E1F5C3-8C86-482B-8D79-7C1E31F1F497}" srcOrd="0" destOrd="0" presId="urn:microsoft.com/office/officeart/2008/layout/HorizontalMultiLevelHierarchy"/>
    <dgm:cxn modelId="{A6B2E95E-EC12-46E9-9E87-53F93213F1F2}" type="presParOf" srcId="{9631F00B-9353-4C7F-AC05-6C7251DBE588}" destId="{692DE7CF-E74A-4E4A-9563-FB89EA9FF2F8}" srcOrd="7" destOrd="0" presId="urn:microsoft.com/office/officeart/2008/layout/HorizontalMultiLevelHierarchy"/>
    <dgm:cxn modelId="{9D72F6E6-7936-4ADA-ABA5-ADD19A13CDD9}" type="presParOf" srcId="{692DE7CF-E74A-4E4A-9563-FB89EA9FF2F8}" destId="{DBC5C04B-39E5-471F-9C29-D4D99BD729E8}" srcOrd="0" destOrd="0" presId="urn:microsoft.com/office/officeart/2008/layout/HorizontalMultiLevelHierarchy"/>
    <dgm:cxn modelId="{4FA4B90C-083F-4966-8330-87928A5625B7}" type="presParOf" srcId="{692DE7CF-E74A-4E4A-9563-FB89EA9FF2F8}" destId="{BB0CCF3E-5EC7-43A3-84BB-48575FF62BEB}" srcOrd="1" destOrd="0" presId="urn:microsoft.com/office/officeart/2008/layout/HorizontalMultiLevelHierarchy"/>
    <dgm:cxn modelId="{15A2EE96-3E69-48FD-A138-B97FA79E44C9}" type="presParOf" srcId="{BB0CCF3E-5EC7-43A3-84BB-48575FF62BEB}" destId="{7B022C26-8807-452B-A592-9F7D484E8D63}" srcOrd="0" destOrd="0" presId="urn:microsoft.com/office/officeart/2008/layout/HorizontalMultiLevelHierarchy"/>
    <dgm:cxn modelId="{C3E6D98C-D690-49CE-9A5E-F6DBAF8DBEE5}" type="presParOf" srcId="{7B022C26-8807-452B-A592-9F7D484E8D63}" destId="{C43B1E31-8DBC-4368-B773-2B43515DD6DF}" srcOrd="0" destOrd="0" presId="urn:microsoft.com/office/officeart/2008/layout/HorizontalMultiLevelHierarchy"/>
    <dgm:cxn modelId="{2FF3C2FA-B0AB-4036-A231-EDAD2FCC12E0}" type="presParOf" srcId="{BB0CCF3E-5EC7-43A3-84BB-48575FF62BEB}" destId="{4194E0B9-3C0A-41E1-9E3C-CE11150BB675}" srcOrd="1" destOrd="0" presId="urn:microsoft.com/office/officeart/2008/layout/HorizontalMultiLevelHierarchy"/>
    <dgm:cxn modelId="{44F1B85D-5A67-4A5A-B68E-E8427ACC81C4}" type="presParOf" srcId="{4194E0B9-3C0A-41E1-9E3C-CE11150BB675}" destId="{05D85CD4-BC52-445D-8135-A6AE0C87FB5B}" srcOrd="0" destOrd="0" presId="urn:microsoft.com/office/officeart/2008/layout/HorizontalMultiLevelHierarchy"/>
    <dgm:cxn modelId="{150B6C31-DEBA-456F-B184-70534E6D11B7}" type="presParOf" srcId="{4194E0B9-3C0A-41E1-9E3C-CE11150BB675}" destId="{6D20098E-4325-44FF-8A17-56C893E0DB9C}" srcOrd="1" destOrd="0" presId="urn:microsoft.com/office/officeart/2008/layout/HorizontalMultiLevelHierarchy"/>
    <dgm:cxn modelId="{0D52DC45-D83F-4360-982C-B5A570F08774}" type="presParOf" srcId="{6D20098E-4325-44FF-8A17-56C893E0DB9C}" destId="{0355F5C9-3249-452A-BA05-20B61D939DAC}" srcOrd="0" destOrd="0" presId="urn:microsoft.com/office/officeart/2008/layout/HorizontalMultiLevelHierarchy"/>
    <dgm:cxn modelId="{27134413-94FB-4975-A523-CF2905EF6551}" type="presParOf" srcId="{0355F5C9-3249-452A-BA05-20B61D939DAC}" destId="{057C3C44-902C-4A95-AA3F-8FC97B6ACD45}" srcOrd="0" destOrd="0" presId="urn:microsoft.com/office/officeart/2008/layout/HorizontalMultiLevelHierarchy"/>
    <dgm:cxn modelId="{AEB26365-E9A7-4963-A7F6-72B60C97C57D}" type="presParOf" srcId="{6D20098E-4325-44FF-8A17-56C893E0DB9C}" destId="{1311401B-376D-45E8-A73C-BF1059B47301}" srcOrd="1" destOrd="0" presId="urn:microsoft.com/office/officeart/2008/layout/HorizontalMultiLevelHierarchy"/>
    <dgm:cxn modelId="{A4C554CE-EB15-4E69-9FE4-C88005FFB9CE}" type="presParOf" srcId="{1311401B-376D-45E8-A73C-BF1059B47301}" destId="{79550393-03C6-48D3-84EA-1B020A5821E6}" srcOrd="0" destOrd="0" presId="urn:microsoft.com/office/officeart/2008/layout/HorizontalMultiLevelHierarchy"/>
    <dgm:cxn modelId="{0E8DF200-DDF3-46B7-AC8F-194A73C2A2A8}" type="presParOf" srcId="{1311401B-376D-45E8-A73C-BF1059B47301}" destId="{933A8181-C56B-4F6E-96AE-EBA683D1AA8F}" srcOrd="1" destOrd="0" presId="urn:microsoft.com/office/officeart/2008/layout/HorizontalMultiLevelHierarchy"/>
    <dgm:cxn modelId="{EA310AF8-F95D-4DDC-B64D-4153DAC0AD75}" type="presParOf" srcId="{933A8181-C56B-4F6E-96AE-EBA683D1AA8F}" destId="{C8EC8AAD-9F35-4326-8F4C-06D9DBFC2878}" srcOrd="0" destOrd="0" presId="urn:microsoft.com/office/officeart/2008/layout/HorizontalMultiLevelHierarchy"/>
    <dgm:cxn modelId="{7A1A4B26-7E6A-42D2-8986-D768CD05713F}" type="presParOf" srcId="{C8EC8AAD-9F35-4326-8F4C-06D9DBFC2878}" destId="{5EC8DE15-C303-4C5D-8A24-8DDE33BD1FAE}" srcOrd="0" destOrd="0" presId="urn:microsoft.com/office/officeart/2008/layout/HorizontalMultiLevelHierarchy"/>
    <dgm:cxn modelId="{3DE7B0BE-D7C5-4D0B-888D-439AB6D07D3F}" type="presParOf" srcId="{933A8181-C56B-4F6E-96AE-EBA683D1AA8F}" destId="{FBA9A32D-9F0B-4430-B511-6F3D6B0FA5AB}" srcOrd="1" destOrd="0" presId="urn:microsoft.com/office/officeart/2008/layout/HorizontalMultiLevelHierarchy"/>
    <dgm:cxn modelId="{568780A6-A4E4-4FEB-9815-50128487A29F}" type="presParOf" srcId="{FBA9A32D-9F0B-4430-B511-6F3D6B0FA5AB}" destId="{C1DA2DE0-497E-47A4-91CB-A9083CC7D6FF}" srcOrd="0" destOrd="0" presId="urn:microsoft.com/office/officeart/2008/layout/HorizontalMultiLevelHierarchy"/>
    <dgm:cxn modelId="{49655F5B-2589-443B-9BDD-842D030B7B03}" type="presParOf" srcId="{FBA9A32D-9F0B-4430-B511-6F3D6B0FA5AB}" destId="{0984BE92-EBDC-4950-866C-69D6D08B9AAD}" srcOrd="1" destOrd="0" presId="urn:microsoft.com/office/officeart/2008/layout/HorizontalMultiLevelHierarchy"/>
    <dgm:cxn modelId="{D9131131-6476-42A6-97AD-5BC7686E51DF}" type="presParOf" srcId="{0984BE92-EBDC-4950-866C-69D6D08B9AAD}" destId="{F77947F4-E628-4540-8E0E-3D6C47C8D579}" srcOrd="0" destOrd="0" presId="urn:microsoft.com/office/officeart/2008/layout/HorizontalMultiLevelHierarchy"/>
    <dgm:cxn modelId="{DB98BEFE-7006-48A5-AF7A-8C5781013605}" type="presParOf" srcId="{F77947F4-E628-4540-8E0E-3D6C47C8D579}" destId="{A64744A6-4D5F-46F6-8E9D-7BC4335EDF1F}" srcOrd="0" destOrd="0" presId="urn:microsoft.com/office/officeart/2008/layout/HorizontalMultiLevelHierarchy"/>
    <dgm:cxn modelId="{B468F6D9-63DF-416A-88CE-D196B261E6B5}" type="presParOf" srcId="{0984BE92-EBDC-4950-866C-69D6D08B9AAD}" destId="{6ACA754B-751E-4431-AFDB-1CA0AC293B38}" srcOrd="1" destOrd="0" presId="urn:microsoft.com/office/officeart/2008/layout/HorizontalMultiLevelHierarchy"/>
    <dgm:cxn modelId="{54A4E2B7-1311-444D-AB6D-C34093AA1B68}" type="presParOf" srcId="{6ACA754B-751E-4431-AFDB-1CA0AC293B38}" destId="{EBDAB538-7B47-402A-8542-636305905391}" srcOrd="0" destOrd="0" presId="urn:microsoft.com/office/officeart/2008/layout/HorizontalMultiLevelHierarchy"/>
    <dgm:cxn modelId="{9720D602-69F2-4F5C-844D-6ED6E707D685}" type="presParOf" srcId="{6ACA754B-751E-4431-AFDB-1CA0AC293B38}" destId="{3B7E4033-82EF-4AEE-8E39-901A9A61886E}" srcOrd="1" destOrd="0" presId="urn:microsoft.com/office/officeart/2008/layout/HorizontalMultiLevelHierarchy"/>
    <dgm:cxn modelId="{8812E49F-06BC-49CF-9638-9058768E5707}" type="presParOf" srcId="{6D20098E-4325-44FF-8A17-56C893E0DB9C}" destId="{5675C774-A74D-4654-8A8E-F4100D61F868}" srcOrd="2" destOrd="0" presId="urn:microsoft.com/office/officeart/2008/layout/HorizontalMultiLevelHierarchy"/>
    <dgm:cxn modelId="{237C5E1F-323E-4791-AD15-AAE063B06BDE}" type="presParOf" srcId="{5675C774-A74D-4654-8A8E-F4100D61F868}" destId="{90AEE3A9-489A-407F-8500-C21A72125384}" srcOrd="0" destOrd="0" presId="urn:microsoft.com/office/officeart/2008/layout/HorizontalMultiLevelHierarchy"/>
    <dgm:cxn modelId="{5C18B49A-09B6-4AA4-8835-C9A61E4D8FE2}" type="presParOf" srcId="{6D20098E-4325-44FF-8A17-56C893E0DB9C}" destId="{7A7EA9BE-E41D-430C-B3B3-84D66408CE99}" srcOrd="3" destOrd="0" presId="urn:microsoft.com/office/officeart/2008/layout/HorizontalMultiLevelHierarchy"/>
    <dgm:cxn modelId="{772970CD-249A-4DB7-B9D1-72642D91B798}" type="presParOf" srcId="{7A7EA9BE-E41D-430C-B3B3-84D66408CE99}" destId="{F793FC48-B0B3-4C1E-8C7E-3D22D89010B0}" srcOrd="0" destOrd="0" presId="urn:microsoft.com/office/officeart/2008/layout/HorizontalMultiLevelHierarchy"/>
    <dgm:cxn modelId="{727CF45A-DE14-4F1F-A060-7A9042F092C7}" type="presParOf" srcId="{7A7EA9BE-E41D-430C-B3B3-84D66408CE99}" destId="{FE246DED-26F5-4DB1-B4B6-4FD35822A800}" srcOrd="1" destOrd="0" presId="urn:microsoft.com/office/officeart/2008/layout/HorizontalMultiLevelHierarchy"/>
    <dgm:cxn modelId="{D3A7AE72-BC3A-4807-9B6F-A7C48EF4EDA2}" type="presParOf" srcId="{FE246DED-26F5-4DB1-B4B6-4FD35822A800}" destId="{716BD459-FD3E-42CB-A82A-7D4C8A2161EE}" srcOrd="0" destOrd="0" presId="urn:microsoft.com/office/officeart/2008/layout/HorizontalMultiLevelHierarchy"/>
    <dgm:cxn modelId="{C2C7BDCF-49CE-42F6-88FB-3D9B0EF235A4}" type="presParOf" srcId="{716BD459-FD3E-42CB-A82A-7D4C8A2161EE}" destId="{6451B49E-C501-4FF3-9D7E-7C233CAD3331}" srcOrd="0" destOrd="0" presId="urn:microsoft.com/office/officeart/2008/layout/HorizontalMultiLevelHierarchy"/>
    <dgm:cxn modelId="{BAD02A69-71C0-42C3-AB82-889145AF6533}" type="presParOf" srcId="{FE246DED-26F5-4DB1-B4B6-4FD35822A800}" destId="{568593B0-65B7-426A-BA9C-BD0A479C12DF}" srcOrd="1" destOrd="0" presId="urn:microsoft.com/office/officeart/2008/layout/HorizontalMultiLevelHierarchy"/>
    <dgm:cxn modelId="{9DA3A64E-C843-4271-8714-8B2B9BF6609C}" type="presParOf" srcId="{568593B0-65B7-426A-BA9C-BD0A479C12DF}" destId="{87DFBFBA-9C84-487B-8E54-D44ECA165587}" srcOrd="0" destOrd="0" presId="urn:microsoft.com/office/officeart/2008/layout/HorizontalMultiLevelHierarchy"/>
    <dgm:cxn modelId="{F076BF87-0C31-4D0C-8299-3DF641F9D19B}" type="presParOf" srcId="{568593B0-65B7-426A-BA9C-BD0A479C12DF}" destId="{31D3A463-8C9B-43A1-BC42-512D491FF30B}" srcOrd="1" destOrd="0" presId="urn:microsoft.com/office/officeart/2008/layout/HorizontalMultiLevelHierarchy"/>
    <dgm:cxn modelId="{57E7B295-ED5C-4118-9FFF-DC16BA4702F2}" type="presParOf" srcId="{FE246DED-26F5-4DB1-B4B6-4FD35822A800}" destId="{004A3D80-742D-4050-978E-865CE99FCA54}" srcOrd="2" destOrd="0" presId="urn:microsoft.com/office/officeart/2008/layout/HorizontalMultiLevelHierarchy"/>
    <dgm:cxn modelId="{F0652358-7AAF-44FB-B9F2-81F4002B869D}" type="presParOf" srcId="{004A3D80-742D-4050-978E-865CE99FCA54}" destId="{7BFE44F3-FFE6-4491-8823-2C15083F5D9D}" srcOrd="0" destOrd="0" presId="urn:microsoft.com/office/officeart/2008/layout/HorizontalMultiLevelHierarchy"/>
    <dgm:cxn modelId="{E9A61C6B-8C18-47FA-A50B-D7E137AAFA46}" type="presParOf" srcId="{FE246DED-26F5-4DB1-B4B6-4FD35822A800}" destId="{72D181D6-141C-4CCC-A71B-26A0591646E5}" srcOrd="3" destOrd="0" presId="urn:microsoft.com/office/officeart/2008/layout/HorizontalMultiLevelHierarchy"/>
    <dgm:cxn modelId="{3C3C8AC3-5EB9-4DA9-A301-1A023D3F1E44}" type="presParOf" srcId="{72D181D6-141C-4CCC-A71B-26A0591646E5}" destId="{A723F219-5BD4-4EC2-9E09-73E9AE062AE5}" srcOrd="0" destOrd="0" presId="urn:microsoft.com/office/officeart/2008/layout/HorizontalMultiLevelHierarchy"/>
    <dgm:cxn modelId="{0BA6E699-2234-4113-AF5F-8B2CE7B3BFF7}" type="presParOf" srcId="{72D181D6-141C-4CCC-A71B-26A0591646E5}" destId="{B3EE6310-776C-4901-893C-D8ED125AEF64}" srcOrd="1" destOrd="0" presId="urn:microsoft.com/office/officeart/2008/layout/HorizontalMultiLevelHierarchy"/>
    <dgm:cxn modelId="{3E0169F3-15EF-418A-91EC-54FAFADB6A30}" type="presParOf" srcId="{6D20098E-4325-44FF-8A17-56C893E0DB9C}" destId="{EFA6D4A5-BB87-44CF-9E0A-171B993A1184}" srcOrd="4" destOrd="0" presId="urn:microsoft.com/office/officeart/2008/layout/HorizontalMultiLevelHierarchy"/>
    <dgm:cxn modelId="{A395D5A0-14FC-4B09-8977-D0864C5BD6B1}" type="presParOf" srcId="{EFA6D4A5-BB87-44CF-9E0A-171B993A1184}" destId="{4EAC7479-2F72-4D0A-A562-705CFB9CEE88}" srcOrd="0" destOrd="0" presId="urn:microsoft.com/office/officeart/2008/layout/HorizontalMultiLevelHierarchy"/>
    <dgm:cxn modelId="{2EE4834A-4632-41F7-ACB9-0A3B98D88A8B}" type="presParOf" srcId="{6D20098E-4325-44FF-8A17-56C893E0DB9C}" destId="{8DF9A222-985A-45D1-A656-4AEC82372B1E}" srcOrd="5" destOrd="0" presId="urn:microsoft.com/office/officeart/2008/layout/HorizontalMultiLevelHierarchy"/>
    <dgm:cxn modelId="{CE3DA9D6-1549-4D6B-802C-E850F2172B10}" type="presParOf" srcId="{8DF9A222-985A-45D1-A656-4AEC82372B1E}" destId="{846CF96E-0562-414A-BDF2-C2AFC4984D7C}" srcOrd="0" destOrd="0" presId="urn:microsoft.com/office/officeart/2008/layout/HorizontalMultiLevelHierarchy"/>
    <dgm:cxn modelId="{5F215591-DF00-48EF-9D40-2506BFF6D62A}" type="presParOf" srcId="{8DF9A222-985A-45D1-A656-4AEC82372B1E}" destId="{21922A2D-8DBF-4993-801D-040E95AC34C5}" srcOrd="1" destOrd="0" presId="urn:microsoft.com/office/officeart/2008/layout/HorizontalMultiLevelHierarchy"/>
    <dgm:cxn modelId="{804BC345-8F78-4FDF-8621-0AC193B31E1F}" type="presParOf" srcId="{21922A2D-8DBF-4993-801D-040E95AC34C5}" destId="{36970A07-1FEA-4C8A-B1AF-014FF733202A}" srcOrd="0" destOrd="0" presId="urn:microsoft.com/office/officeart/2008/layout/HorizontalMultiLevelHierarchy"/>
    <dgm:cxn modelId="{4B242C3D-1F36-4F7A-B94D-66F796E8EDA6}" type="presParOf" srcId="{36970A07-1FEA-4C8A-B1AF-014FF733202A}" destId="{E9A76219-AFA0-4E6F-B05F-A5660211AE76}" srcOrd="0" destOrd="0" presId="urn:microsoft.com/office/officeart/2008/layout/HorizontalMultiLevelHierarchy"/>
    <dgm:cxn modelId="{4DBAB150-1F71-48F1-8F81-8CDDFAC43EA6}" type="presParOf" srcId="{21922A2D-8DBF-4993-801D-040E95AC34C5}" destId="{EA8BED0A-9F89-497C-8700-1AB4CD2AE004}" srcOrd="1" destOrd="0" presId="urn:microsoft.com/office/officeart/2008/layout/HorizontalMultiLevelHierarchy"/>
    <dgm:cxn modelId="{8948750E-5671-42ED-9413-AB0E2DF3A9A6}" type="presParOf" srcId="{EA8BED0A-9F89-497C-8700-1AB4CD2AE004}" destId="{F7DADEAC-C53E-4E25-94FB-F1F6BC6A9C40}" srcOrd="0" destOrd="0" presId="urn:microsoft.com/office/officeart/2008/layout/HorizontalMultiLevelHierarchy"/>
    <dgm:cxn modelId="{5A7B8902-9369-4557-A1DE-0221DC70952B}" type="presParOf" srcId="{EA8BED0A-9F89-497C-8700-1AB4CD2AE004}" destId="{AD839D84-684F-4B92-8CCC-43D7BA4DC750}" srcOrd="1" destOrd="0" presId="urn:microsoft.com/office/officeart/2008/layout/HorizontalMultiLevelHierarchy"/>
    <dgm:cxn modelId="{E88502BA-3614-421D-B673-6F8A2D4EDF1A}" type="presParOf" srcId="{6D20098E-4325-44FF-8A17-56C893E0DB9C}" destId="{070923CC-892B-4935-83F9-AC52C8D6D4D8}" srcOrd="6" destOrd="0" presId="urn:microsoft.com/office/officeart/2008/layout/HorizontalMultiLevelHierarchy"/>
    <dgm:cxn modelId="{2B578B8E-C25E-4F9B-B391-ED7ED607C622}" type="presParOf" srcId="{070923CC-892B-4935-83F9-AC52C8D6D4D8}" destId="{3A9F1188-F211-4773-9606-3A67594B8431}" srcOrd="0" destOrd="0" presId="urn:microsoft.com/office/officeart/2008/layout/HorizontalMultiLevelHierarchy"/>
    <dgm:cxn modelId="{547885DE-2548-47B5-9AFE-887420E350E9}" type="presParOf" srcId="{6D20098E-4325-44FF-8A17-56C893E0DB9C}" destId="{3F2F9A13-DE40-4656-9CE1-6D00C8C516CF}" srcOrd="7" destOrd="0" presId="urn:microsoft.com/office/officeart/2008/layout/HorizontalMultiLevelHierarchy"/>
    <dgm:cxn modelId="{49B90923-F42B-444D-A773-345F944E6BD3}" type="presParOf" srcId="{3F2F9A13-DE40-4656-9CE1-6D00C8C516CF}" destId="{D0A91FB5-D073-4453-BFBA-B51D82271F6B}" srcOrd="0" destOrd="0" presId="urn:microsoft.com/office/officeart/2008/layout/HorizontalMultiLevelHierarchy"/>
    <dgm:cxn modelId="{53892C4E-E481-4CDC-9124-08B79FDF90F8}" type="presParOf" srcId="{3F2F9A13-DE40-4656-9CE1-6D00C8C516CF}" destId="{03D4BDEB-53DD-4812-818B-867B3231148A}" srcOrd="1" destOrd="0" presId="urn:microsoft.com/office/officeart/2008/layout/HorizontalMultiLevelHierarchy"/>
    <dgm:cxn modelId="{B0BCFD10-737A-4A95-BFFF-A7FEFF795544}" type="presParOf" srcId="{03D4BDEB-53DD-4812-818B-867B3231148A}" destId="{B91F84AC-3889-48D0-8909-290EE8B11229}" srcOrd="0" destOrd="0" presId="urn:microsoft.com/office/officeart/2008/layout/HorizontalMultiLevelHierarchy"/>
    <dgm:cxn modelId="{2781BCB7-C5F0-4810-84E3-975FB7BA2439}" type="presParOf" srcId="{B91F84AC-3889-48D0-8909-290EE8B11229}" destId="{61F63498-8206-413E-B3B1-9845FA10D45D}" srcOrd="0" destOrd="0" presId="urn:microsoft.com/office/officeart/2008/layout/HorizontalMultiLevelHierarchy"/>
    <dgm:cxn modelId="{635BF1CD-A6BA-48AC-9FF7-BF1BE204ED0E}" type="presParOf" srcId="{03D4BDEB-53DD-4812-818B-867B3231148A}" destId="{02BE3210-79F6-449D-A4E7-7A2524CC1697}" srcOrd="1" destOrd="0" presId="urn:microsoft.com/office/officeart/2008/layout/HorizontalMultiLevelHierarchy"/>
    <dgm:cxn modelId="{491EBD01-82B4-4305-9C1E-D193DD769B03}" type="presParOf" srcId="{02BE3210-79F6-449D-A4E7-7A2524CC1697}" destId="{0A4EFB6A-3300-493D-80B1-567F3720B574}" srcOrd="0" destOrd="0" presId="urn:microsoft.com/office/officeart/2008/layout/HorizontalMultiLevelHierarchy"/>
    <dgm:cxn modelId="{8462F862-70A7-4F3E-9A44-F733D1EFDED4}" type="presParOf" srcId="{02BE3210-79F6-449D-A4E7-7A2524CC1697}" destId="{BA699CE9-EC28-46E1-BED8-12C3FE85990A}" srcOrd="1" destOrd="0" presId="urn:microsoft.com/office/officeart/2008/layout/HorizontalMultiLevelHierarchy"/>
    <dgm:cxn modelId="{471AC708-BBB6-4531-B20A-E41D0FFDAB2F}" type="presParOf" srcId="{BB0CCF3E-5EC7-43A3-84BB-48575FF62BEB}" destId="{55173FB4-6291-4690-9692-707EABEAB368}" srcOrd="2" destOrd="0" presId="urn:microsoft.com/office/officeart/2008/layout/HorizontalMultiLevelHierarchy"/>
    <dgm:cxn modelId="{AD5682DC-18FD-486F-9FA6-38738F4F2772}" type="presParOf" srcId="{55173FB4-6291-4690-9692-707EABEAB368}" destId="{4CE268DD-58D7-4A83-91E4-D25AA7EC2272}" srcOrd="0" destOrd="0" presId="urn:microsoft.com/office/officeart/2008/layout/HorizontalMultiLevelHierarchy"/>
    <dgm:cxn modelId="{22F0C75C-8F73-46C1-9C35-8D12978606F5}" type="presParOf" srcId="{BB0CCF3E-5EC7-43A3-84BB-48575FF62BEB}" destId="{AF3B9B02-200A-4588-B259-141D1A8E0269}" srcOrd="3" destOrd="0" presId="urn:microsoft.com/office/officeart/2008/layout/HorizontalMultiLevelHierarchy"/>
    <dgm:cxn modelId="{6A4527A0-DD80-45C2-B4FC-1C053CE81D3E}" type="presParOf" srcId="{AF3B9B02-200A-4588-B259-141D1A8E0269}" destId="{4108B0E5-3168-4145-A2EE-B6C482495257}" srcOrd="0" destOrd="0" presId="urn:microsoft.com/office/officeart/2008/layout/HorizontalMultiLevelHierarchy"/>
    <dgm:cxn modelId="{848E0E62-D4FE-4A4F-8B17-5DC0C8BF355B}" type="presParOf" srcId="{AF3B9B02-200A-4588-B259-141D1A8E0269}" destId="{C854D754-E128-42B0-AED5-9C05B3FB3916}" srcOrd="1" destOrd="0" presId="urn:microsoft.com/office/officeart/2008/layout/HorizontalMultiLevelHierarchy"/>
    <dgm:cxn modelId="{6E87F939-0CC9-4B29-9E31-80632EF8C97A}" type="presParOf" srcId="{C854D754-E128-42B0-AED5-9C05B3FB3916}" destId="{949E51DE-E31E-424A-B33D-032F942A9575}" srcOrd="0" destOrd="0" presId="urn:microsoft.com/office/officeart/2008/layout/HorizontalMultiLevelHierarchy"/>
    <dgm:cxn modelId="{C191BB3E-2D92-4049-8A97-180AEE8A69D9}" type="presParOf" srcId="{949E51DE-E31E-424A-B33D-032F942A9575}" destId="{B164ECF3-F6EC-441E-BAE0-C5E45A2BF58B}" srcOrd="0" destOrd="0" presId="urn:microsoft.com/office/officeart/2008/layout/HorizontalMultiLevelHierarchy"/>
    <dgm:cxn modelId="{FF4C87E8-F71D-4856-92AB-4609ADB24959}" type="presParOf" srcId="{C854D754-E128-42B0-AED5-9C05B3FB3916}" destId="{96E4B517-0681-49B5-A715-7893D63349CE}" srcOrd="1" destOrd="0" presId="urn:microsoft.com/office/officeart/2008/layout/HorizontalMultiLevelHierarchy"/>
    <dgm:cxn modelId="{758A79FA-5A8E-4A76-818C-2FE055B41691}" type="presParOf" srcId="{96E4B517-0681-49B5-A715-7893D63349CE}" destId="{29078559-FA36-4C39-B4C3-76B7B997981E}" srcOrd="0" destOrd="0" presId="urn:microsoft.com/office/officeart/2008/layout/HorizontalMultiLevelHierarchy"/>
    <dgm:cxn modelId="{03CE898A-8498-4223-A3C5-62ED0F15682B}" type="presParOf" srcId="{96E4B517-0681-49B5-A715-7893D63349CE}" destId="{19CCDF39-A398-4675-BAA1-8A21321CBA79}" srcOrd="1" destOrd="0" presId="urn:microsoft.com/office/officeart/2008/layout/HorizontalMultiLevelHierarchy"/>
    <dgm:cxn modelId="{B7FBBCE4-A778-4A8C-9775-BB43C6EBC8D7}" type="presParOf" srcId="{19CCDF39-A398-4675-BAA1-8A21321CBA79}" destId="{BF6A7581-ED12-4820-B5CD-B7A419D8FE06}" srcOrd="0" destOrd="0" presId="urn:microsoft.com/office/officeart/2008/layout/HorizontalMultiLevelHierarchy"/>
    <dgm:cxn modelId="{D3829EC8-B41A-4826-9ED6-275C1989C2A4}" type="presParOf" srcId="{BF6A7581-ED12-4820-B5CD-B7A419D8FE06}" destId="{7B0DD98D-1C69-40A9-8970-87FDE4D1AD46}" srcOrd="0" destOrd="0" presId="urn:microsoft.com/office/officeart/2008/layout/HorizontalMultiLevelHierarchy"/>
    <dgm:cxn modelId="{9691AE28-D0ED-4452-B02A-B74C7AA79581}" type="presParOf" srcId="{19CCDF39-A398-4675-BAA1-8A21321CBA79}" destId="{54AF284A-A293-414D-88D2-6DADF463ACF6}" srcOrd="1" destOrd="0" presId="urn:microsoft.com/office/officeart/2008/layout/HorizontalMultiLevelHierarchy"/>
    <dgm:cxn modelId="{6B4536B1-2BCE-453A-BE03-20B9A99E3E02}" type="presParOf" srcId="{54AF284A-A293-414D-88D2-6DADF463ACF6}" destId="{52F87042-8242-49A2-AF5F-CF960EAF18B1}" srcOrd="0" destOrd="0" presId="urn:microsoft.com/office/officeart/2008/layout/HorizontalMultiLevelHierarchy"/>
    <dgm:cxn modelId="{799043BD-D952-4E73-AE78-19BD485CF444}" type="presParOf" srcId="{54AF284A-A293-414D-88D2-6DADF463ACF6}" destId="{E496E2FD-6FFC-47ED-AC84-1523BEB98232}" srcOrd="1" destOrd="0" presId="urn:microsoft.com/office/officeart/2008/layout/HorizontalMultiLevelHierarchy"/>
    <dgm:cxn modelId="{968D313B-2C38-4432-981D-4FA06FD678FA}" type="presParOf" srcId="{E496E2FD-6FFC-47ED-AC84-1523BEB98232}" destId="{F263DED9-B469-41B0-9621-ACD07D4933C9}" srcOrd="0" destOrd="0" presId="urn:microsoft.com/office/officeart/2008/layout/HorizontalMultiLevelHierarchy"/>
    <dgm:cxn modelId="{682E79FE-D388-4055-9C16-2494D6D0A076}" type="presParOf" srcId="{F263DED9-B469-41B0-9621-ACD07D4933C9}" destId="{DE20CD38-76E7-47CF-8722-2B8C95849565}" srcOrd="0" destOrd="0" presId="urn:microsoft.com/office/officeart/2008/layout/HorizontalMultiLevelHierarchy"/>
    <dgm:cxn modelId="{BF519DCA-DD74-49AD-95A2-AEC419591934}" type="presParOf" srcId="{E496E2FD-6FFC-47ED-AC84-1523BEB98232}" destId="{0C221A86-FD6E-41A8-8312-AB2E886FC632}" srcOrd="1" destOrd="0" presId="urn:microsoft.com/office/officeart/2008/layout/HorizontalMultiLevelHierarchy"/>
    <dgm:cxn modelId="{61DF4B8C-89DE-4643-A636-E54D0ED3A285}" type="presParOf" srcId="{0C221A86-FD6E-41A8-8312-AB2E886FC632}" destId="{DCFD5A5F-8DD0-4047-B62E-BB8724896401}" srcOrd="0" destOrd="0" presId="urn:microsoft.com/office/officeart/2008/layout/HorizontalMultiLevelHierarchy"/>
    <dgm:cxn modelId="{4882D919-3CCE-46E6-AEA1-CC8736C17FE5}" type="presParOf" srcId="{0C221A86-FD6E-41A8-8312-AB2E886FC632}" destId="{57F91234-8274-458D-9758-37A21B108A0F}" srcOrd="1" destOrd="0" presId="urn:microsoft.com/office/officeart/2008/layout/HorizontalMultiLevelHierarchy"/>
    <dgm:cxn modelId="{559849EE-7013-4786-B255-A6BEE7F1462E}" type="presParOf" srcId="{C854D754-E128-42B0-AED5-9C05B3FB3916}" destId="{6E5A0142-AA78-45CB-9841-AB2249D625F4}" srcOrd="2" destOrd="0" presId="urn:microsoft.com/office/officeart/2008/layout/HorizontalMultiLevelHierarchy"/>
    <dgm:cxn modelId="{C6AD6D9C-3913-4212-9ABC-B63DDF34B2DA}" type="presParOf" srcId="{6E5A0142-AA78-45CB-9841-AB2249D625F4}" destId="{46618C5B-99A2-4D74-BCF0-5861A26544F9}" srcOrd="0" destOrd="0" presId="urn:microsoft.com/office/officeart/2008/layout/HorizontalMultiLevelHierarchy"/>
    <dgm:cxn modelId="{E55D84FA-AD6F-47E6-9BE1-47E605A7EAB3}" type="presParOf" srcId="{C854D754-E128-42B0-AED5-9C05B3FB3916}" destId="{3A0DF588-A6B3-4FBE-83D4-AA4A942330EF}" srcOrd="3" destOrd="0" presId="urn:microsoft.com/office/officeart/2008/layout/HorizontalMultiLevelHierarchy"/>
    <dgm:cxn modelId="{54603A79-52DF-496F-9409-1D936CAA9026}" type="presParOf" srcId="{3A0DF588-A6B3-4FBE-83D4-AA4A942330EF}" destId="{63CC58FB-8F38-451E-8314-235302411DF0}" srcOrd="0" destOrd="0" presId="urn:microsoft.com/office/officeart/2008/layout/HorizontalMultiLevelHierarchy"/>
    <dgm:cxn modelId="{3243CF23-B750-4B79-BEF6-B77F97160206}" type="presParOf" srcId="{3A0DF588-A6B3-4FBE-83D4-AA4A942330EF}" destId="{78B440D7-F16E-4DCE-81AD-795EA75F829B}" srcOrd="1" destOrd="0" presId="urn:microsoft.com/office/officeart/2008/layout/HorizontalMultiLevelHierarchy"/>
    <dgm:cxn modelId="{D11CCFB1-473A-40C9-BCAE-D5825B3E4CEE}" type="presParOf" srcId="{78B440D7-F16E-4DCE-81AD-795EA75F829B}" destId="{B2A362C5-71C1-4DFF-9C60-91C7F0C69889}" srcOrd="0" destOrd="0" presId="urn:microsoft.com/office/officeart/2008/layout/HorizontalMultiLevelHierarchy"/>
    <dgm:cxn modelId="{41B35C47-4500-40FC-9ED2-511A8FC847AA}" type="presParOf" srcId="{B2A362C5-71C1-4DFF-9C60-91C7F0C69889}" destId="{C19C104F-F534-4E0B-B291-8A8EA61FF5E5}" srcOrd="0" destOrd="0" presId="urn:microsoft.com/office/officeart/2008/layout/HorizontalMultiLevelHierarchy"/>
    <dgm:cxn modelId="{AB3C597C-5733-477D-AD94-AC20C9D9F518}" type="presParOf" srcId="{78B440D7-F16E-4DCE-81AD-795EA75F829B}" destId="{54F3B396-CE15-4926-A5C9-B177B28CC332}" srcOrd="1" destOrd="0" presId="urn:microsoft.com/office/officeart/2008/layout/HorizontalMultiLevelHierarchy"/>
    <dgm:cxn modelId="{98093E15-247F-4007-8C29-22C429E5F495}" type="presParOf" srcId="{54F3B396-CE15-4926-A5C9-B177B28CC332}" destId="{39716EE5-5A7F-49E7-A32B-A55A4AE9043E}" srcOrd="0" destOrd="0" presId="urn:microsoft.com/office/officeart/2008/layout/HorizontalMultiLevelHierarchy"/>
    <dgm:cxn modelId="{F6101E08-89A0-4C24-8294-6071C107ED94}" type="presParOf" srcId="{54F3B396-CE15-4926-A5C9-B177B28CC332}" destId="{9A52E6C9-F0E4-43EB-AA58-9579F639ABE7}" srcOrd="1" destOrd="0" presId="urn:microsoft.com/office/officeart/2008/layout/HorizontalMultiLevelHierarchy"/>
    <dgm:cxn modelId="{C075E022-3006-4CA1-BFCF-8A945C8EEAF8}" type="presParOf" srcId="{9A52E6C9-F0E4-43EB-AA58-9579F639ABE7}" destId="{F498624E-0891-4062-B1FE-F10494426438}" srcOrd="0" destOrd="0" presId="urn:microsoft.com/office/officeart/2008/layout/HorizontalMultiLevelHierarchy"/>
    <dgm:cxn modelId="{B84237D9-87DC-42C2-87D3-53A7FB0BB5DC}" type="presParOf" srcId="{F498624E-0891-4062-B1FE-F10494426438}" destId="{8746C8D2-9628-4160-85DA-C1CA58B80AC5}" srcOrd="0" destOrd="0" presId="urn:microsoft.com/office/officeart/2008/layout/HorizontalMultiLevelHierarchy"/>
    <dgm:cxn modelId="{2151E4B8-A911-446A-993A-088C2C32613D}" type="presParOf" srcId="{9A52E6C9-F0E4-43EB-AA58-9579F639ABE7}" destId="{ABE73985-E9C5-405F-AF8E-5F2B3D623CFF}" srcOrd="1" destOrd="0" presId="urn:microsoft.com/office/officeart/2008/layout/HorizontalMultiLevelHierarchy"/>
    <dgm:cxn modelId="{F085725D-BC2E-4E6E-BE8B-E3EAF4680190}" type="presParOf" srcId="{ABE73985-E9C5-405F-AF8E-5F2B3D623CFF}" destId="{54AA250F-D096-4BAE-841D-30508CD1B687}" srcOrd="0" destOrd="0" presId="urn:microsoft.com/office/officeart/2008/layout/HorizontalMultiLevelHierarchy"/>
    <dgm:cxn modelId="{C8263F08-AEDA-480F-A024-EF7621AC7E81}" type="presParOf" srcId="{ABE73985-E9C5-405F-AF8E-5F2B3D623CFF}" destId="{9BCD8377-BB9A-44F4-A236-B5836EFD1C5A}" srcOrd="1" destOrd="0" presId="urn:microsoft.com/office/officeart/2008/layout/HorizontalMultiLevelHierarchy"/>
    <dgm:cxn modelId="{89F7A881-9F8F-40B4-821B-9B7C68DCBAD3}" type="presParOf" srcId="{BB0CCF3E-5EC7-43A3-84BB-48575FF62BEB}" destId="{4C619735-E222-4A06-94F2-F77A7A963717}" srcOrd="4" destOrd="0" presId="urn:microsoft.com/office/officeart/2008/layout/HorizontalMultiLevelHierarchy"/>
    <dgm:cxn modelId="{1A3D340E-6FB3-468C-86E3-002E7501E844}" type="presParOf" srcId="{4C619735-E222-4A06-94F2-F77A7A963717}" destId="{96BF62FE-49B0-484B-BD97-BD49E5454074}" srcOrd="0" destOrd="0" presId="urn:microsoft.com/office/officeart/2008/layout/HorizontalMultiLevelHierarchy"/>
    <dgm:cxn modelId="{E8E5F15D-6268-44ED-B9F1-50A53DE56779}" type="presParOf" srcId="{BB0CCF3E-5EC7-43A3-84BB-48575FF62BEB}" destId="{F08E2897-7F33-4D6C-BB41-B8ACC6D52F31}" srcOrd="5" destOrd="0" presId="urn:microsoft.com/office/officeart/2008/layout/HorizontalMultiLevelHierarchy"/>
    <dgm:cxn modelId="{E2E502FF-E4BA-415E-9F5A-63786C495A84}" type="presParOf" srcId="{F08E2897-7F33-4D6C-BB41-B8ACC6D52F31}" destId="{CC5FAF37-A0C3-4540-A8E6-DE77FA694B65}" srcOrd="0" destOrd="0" presId="urn:microsoft.com/office/officeart/2008/layout/HorizontalMultiLevelHierarchy"/>
    <dgm:cxn modelId="{5C6BFCAA-E971-48C5-8E0D-1A4F5D3CFC0F}" type="presParOf" srcId="{F08E2897-7F33-4D6C-BB41-B8ACC6D52F31}" destId="{AE62DD63-1B7C-430B-883E-171EC1D5FB8B}" srcOrd="1" destOrd="0" presId="urn:microsoft.com/office/officeart/2008/layout/HorizontalMultiLevelHierarchy"/>
    <dgm:cxn modelId="{C071F227-7F82-4903-BCCF-05158E86472E}" type="presParOf" srcId="{AE62DD63-1B7C-430B-883E-171EC1D5FB8B}" destId="{5E1E8358-C585-40D0-A627-B10A35F88419}" srcOrd="0" destOrd="0" presId="urn:microsoft.com/office/officeart/2008/layout/HorizontalMultiLevelHierarchy"/>
    <dgm:cxn modelId="{339DDD7C-ED48-4154-BCAA-8FD7EAA11D77}" type="presParOf" srcId="{5E1E8358-C585-40D0-A627-B10A35F88419}" destId="{CC3F4D09-2846-47CB-9752-7483B6A06B2B}" srcOrd="0" destOrd="0" presId="urn:microsoft.com/office/officeart/2008/layout/HorizontalMultiLevelHierarchy"/>
    <dgm:cxn modelId="{0B402BB1-7BC7-4F12-8293-42A71A9F6292}" type="presParOf" srcId="{AE62DD63-1B7C-430B-883E-171EC1D5FB8B}" destId="{9D1B3C40-3989-4771-A3F2-5D8F51E332EB}" srcOrd="1" destOrd="0" presId="urn:microsoft.com/office/officeart/2008/layout/HorizontalMultiLevelHierarchy"/>
    <dgm:cxn modelId="{93F9FEA8-3BBC-4E3C-BD21-1F0FF57D534B}" type="presParOf" srcId="{9D1B3C40-3989-4771-A3F2-5D8F51E332EB}" destId="{C786B6A3-C068-4165-9A31-F2780D758C97}" srcOrd="0" destOrd="0" presId="urn:microsoft.com/office/officeart/2008/layout/HorizontalMultiLevelHierarchy"/>
    <dgm:cxn modelId="{D06C8BC4-3FE4-484E-B2DD-63C748C0AF5B}" type="presParOf" srcId="{9D1B3C40-3989-4771-A3F2-5D8F51E332EB}" destId="{342C5C39-B642-4932-BC28-0B66BFC9826F}" srcOrd="1" destOrd="0" presId="urn:microsoft.com/office/officeart/2008/layout/HorizontalMultiLevelHierarchy"/>
    <dgm:cxn modelId="{B1C1B2D6-59BC-4175-9AF7-6196C55109DB}" type="presParOf" srcId="{342C5C39-B642-4932-BC28-0B66BFC9826F}" destId="{1DF50E03-4AB6-41CB-946F-FE6F03B7E170}" srcOrd="0" destOrd="0" presId="urn:microsoft.com/office/officeart/2008/layout/HorizontalMultiLevelHierarchy"/>
    <dgm:cxn modelId="{A3A18E6C-FD50-45D2-AE69-32B03B7F061E}" type="presParOf" srcId="{1DF50E03-4AB6-41CB-946F-FE6F03B7E170}" destId="{D4EC3BD8-9D11-4106-AE57-F9DFF7E79802}" srcOrd="0" destOrd="0" presId="urn:microsoft.com/office/officeart/2008/layout/HorizontalMultiLevelHierarchy"/>
    <dgm:cxn modelId="{F812AF9E-97E8-4E33-9165-D0FFC9C31B6C}" type="presParOf" srcId="{342C5C39-B642-4932-BC28-0B66BFC9826F}" destId="{69FE55A2-50DD-4C64-A76B-2608DD649733}" srcOrd="1" destOrd="0" presId="urn:microsoft.com/office/officeart/2008/layout/HorizontalMultiLevelHierarchy"/>
    <dgm:cxn modelId="{1380027D-94CE-4DF5-B194-EFB0C2A65456}" type="presParOf" srcId="{69FE55A2-50DD-4C64-A76B-2608DD649733}" destId="{AF05E99C-78C5-42DB-9AF0-361050ADD78D}" srcOrd="0" destOrd="0" presId="urn:microsoft.com/office/officeart/2008/layout/HorizontalMultiLevelHierarchy"/>
    <dgm:cxn modelId="{4C3DCFB2-B040-4636-9082-6445A3BCC364}" type="presParOf" srcId="{69FE55A2-50DD-4C64-A76B-2608DD649733}" destId="{4208350E-6A5E-400D-8E26-406698896F2D}" srcOrd="1" destOrd="0" presId="urn:microsoft.com/office/officeart/2008/layout/HorizontalMultiLevelHierarchy"/>
    <dgm:cxn modelId="{C2CFF58D-2B18-48AF-8535-B2D14BAAF163}" type="presParOf" srcId="{342C5C39-B642-4932-BC28-0B66BFC9826F}" destId="{7CA4B6F7-2268-41A0-9ABE-567158A3F087}" srcOrd="2" destOrd="0" presId="urn:microsoft.com/office/officeart/2008/layout/HorizontalMultiLevelHierarchy"/>
    <dgm:cxn modelId="{50645987-F691-43E1-B25D-B0620CCD6230}" type="presParOf" srcId="{7CA4B6F7-2268-41A0-9ABE-567158A3F087}" destId="{902D2D01-E377-482F-85AF-84A3F7CF80FA}" srcOrd="0" destOrd="0" presId="urn:microsoft.com/office/officeart/2008/layout/HorizontalMultiLevelHierarchy"/>
    <dgm:cxn modelId="{6DF7115A-379A-4FA2-BEA6-9B9C156F012C}" type="presParOf" srcId="{342C5C39-B642-4932-BC28-0B66BFC9826F}" destId="{7F19516B-2977-45A1-9950-C92434AA232C}" srcOrd="3" destOrd="0" presId="urn:microsoft.com/office/officeart/2008/layout/HorizontalMultiLevelHierarchy"/>
    <dgm:cxn modelId="{C705644C-1616-4E36-A9A4-20DF6FA30DA4}" type="presParOf" srcId="{7F19516B-2977-45A1-9950-C92434AA232C}" destId="{D02B13C5-E79D-4E0C-93A8-E81DF923186B}" srcOrd="0" destOrd="0" presId="urn:microsoft.com/office/officeart/2008/layout/HorizontalMultiLevelHierarchy"/>
    <dgm:cxn modelId="{33035971-1BC2-4774-94ED-F7968F5EA6BC}" type="presParOf" srcId="{7F19516B-2977-45A1-9950-C92434AA232C}" destId="{155D6997-3EF7-46AA-AE14-12808CB58891}" srcOrd="1" destOrd="0" presId="urn:microsoft.com/office/officeart/2008/layout/HorizontalMultiLevelHierarchy"/>
    <dgm:cxn modelId="{C5455116-146F-4301-B337-D1F3391536E3}" type="presParOf" srcId="{BB0CCF3E-5EC7-43A3-84BB-48575FF62BEB}" destId="{33EB7E0A-1873-4A76-B54A-E043963F0B4F}" srcOrd="6" destOrd="0" presId="urn:microsoft.com/office/officeart/2008/layout/HorizontalMultiLevelHierarchy"/>
    <dgm:cxn modelId="{79FFBD01-2EB5-483D-A08F-25D4B8D199B4}" type="presParOf" srcId="{33EB7E0A-1873-4A76-B54A-E043963F0B4F}" destId="{B9D11CD2-E5DA-4D65-88E8-649DC524041C}" srcOrd="0" destOrd="0" presId="urn:microsoft.com/office/officeart/2008/layout/HorizontalMultiLevelHierarchy"/>
    <dgm:cxn modelId="{2D17284E-E67A-4CCD-8717-91DE16E1B541}" type="presParOf" srcId="{BB0CCF3E-5EC7-43A3-84BB-48575FF62BEB}" destId="{CF0938C8-1993-4E85-AF45-DD774F12C0CF}" srcOrd="7" destOrd="0" presId="urn:microsoft.com/office/officeart/2008/layout/HorizontalMultiLevelHierarchy"/>
    <dgm:cxn modelId="{7C0771B9-5B0C-4BA6-ADE4-0E7ED2E7E471}" type="presParOf" srcId="{CF0938C8-1993-4E85-AF45-DD774F12C0CF}" destId="{4C1D4385-EDA6-4C7D-A56A-9A9065402F2D}" srcOrd="0" destOrd="0" presId="urn:microsoft.com/office/officeart/2008/layout/HorizontalMultiLevelHierarchy"/>
    <dgm:cxn modelId="{FBF7CC8B-5254-4C67-B1A4-BA5C91736AA9}" type="presParOf" srcId="{CF0938C8-1993-4E85-AF45-DD774F12C0CF}" destId="{D6A452E0-E6BC-48F3-AF77-79BBAF0881DE}" srcOrd="1" destOrd="0" presId="urn:microsoft.com/office/officeart/2008/layout/HorizontalMultiLevelHierarchy"/>
    <dgm:cxn modelId="{8CB4BD46-B74A-43B4-A739-4BEAA3E9DC2A}" type="presParOf" srcId="{D6A452E0-E6BC-48F3-AF77-79BBAF0881DE}" destId="{4FD66800-F0D4-4A75-BD18-701B6FBFE4E1}" srcOrd="0" destOrd="0" presId="urn:microsoft.com/office/officeart/2008/layout/HorizontalMultiLevelHierarchy"/>
    <dgm:cxn modelId="{179416A0-BBFA-4DC4-93B4-7DD87AD9C4E4}" type="presParOf" srcId="{4FD66800-F0D4-4A75-BD18-701B6FBFE4E1}" destId="{037FA220-2D64-4ED2-842E-7A77B8436D70}" srcOrd="0" destOrd="0" presId="urn:microsoft.com/office/officeart/2008/layout/HorizontalMultiLevelHierarchy"/>
    <dgm:cxn modelId="{D92C3AB9-F42B-4972-AE8C-5DA2459EC034}" type="presParOf" srcId="{D6A452E0-E6BC-48F3-AF77-79BBAF0881DE}" destId="{F5D847ED-19D7-4017-8F42-0EDD31625170}" srcOrd="1" destOrd="0" presId="urn:microsoft.com/office/officeart/2008/layout/HorizontalMultiLevelHierarchy"/>
    <dgm:cxn modelId="{B6FE8A83-5744-4C33-BB90-533B2593DD4F}" type="presParOf" srcId="{F5D847ED-19D7-4017-8F42-0EDD31625170}" destId="{5D146025-CD47-40ED-8934-DC1E8F522247}" srcOrd="0" destOrd="0" presId="urn:microsoft.com/office/officeart/2008/layout/HorizontalMultiLevelHierarchy"/>
    <dgm:cxn modelId="{A1C528E8-3EE8-40C4-86C4-D441B758DA3D}" type="presParOf" srcId="{F5D847ED-19D7-4017-8F42-0EDD31625170}" destId="{80ACEFD9-DCD0-4929-8445-A2A7F316AF6B}" srcOrd="1" destOrd="0" presId="urn:microsoft.com/office/officeart/2008/layout/HorizontalMultiLevelHierarchy"/>
    <dgm:cxn modelId="{A55CE9EB-7778-4A11-A2E0-EAD1A94C126E}" type="presParOf" srcId="{D6A452E0-E6BC-48F3-AF77-79BBAF0881DE}" destId="{89FD155F-CE8E-403B-8DDE-E3EB9228C229}" srcOrd="2" destOrd="0" presId="urn:microsoft.com/office/officeart/2008/layout/HorizontalMultiLevelHierarchy"/>
    <dgm:cxn modelId="{1B586C5E-7F35-42EE-B7D2-0ED6856B4752}" type="presParOf" srcId="{89FD155F-CE8E-403B-8DDE-E3EB9228C229}" destId="{80846688-3CEE-472C-BCA6-97BAE1C1F7B0}" srcOrd="0" destOrd="0" presId="urn:microsoft.com/office/officeart/2008/layout/HorizontalMultiLevelHierarchy"/>
    <dgm:cxn modelId="{606EEB69-E62C-4232-AB1B-6161BAD1F101}" type="presParOf" srcId="{D6A452E0-E6BC-48F3-AF77-79BBAF0881DE}" destId="{E5D7D123-AB1D-4101-9850-7A63FB0346A0}" srcOrd="3" destOrd="0" presId="urn:microsoft.com/office/officeart/2008/layout/HorizontalMultiLevelHierarchy"/>
    <dgm:cxn modelId="{7A8A872A-9AC1-4FCF-947E-DC01CC1B962A}" type="presParOf" srcId="{E5D7D123-AB1D-4101-9850-7A63FB0346A0}" destId="{9DA18C4F-1C2F-4CB6-973E-0DE6C31B7097}" srcOrd="0" destOrd="0" presId="urn:microsoft.com/office/officeart/2008/layout/HorizontalMultiLevelHierarchy"/>
    <dgm:cxn modelId="{9C9534BE-0BF3-4263-AE01-F3F339D8899B}" type="presParOf" srcId="{E5D7D123-AB1D-4101-9850-7A63FB0346A0}" destId="{287094A4-6944-4073-B94C-22E65CF77E6D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D155F-CE8E-403B-8DDE-E3EB9228C229}">
      <dsp:nvSpPr>
        <dsp:cNvPr id="0" name=""/>
        <dsp:cNvSpPr/>
      </dsp:nvSpPr>
      <dsp:spPr>
        <a:xfrm>
          <a:off x="7400397" y="6596504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200913"/>
              </a:lnTo>
              <a:lnTo>
                <a:pt x="210879" y="20091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7498555" y="6689679"/>
        <a:ext cx="14563" cy="14563"/>
      </dsp:txXfrm>
    </dsp:sp>
    <dsp:sp modelId="{4FD66800-F0D4-4A75-BD18-701B6FBFE4E1}">
      <dsp:nvSpPr>
        <dsp:cNvPr id="0" name=""/>
        <dsp:cNvSpPr/>
      </dsp:nvSpPr>
      <dsp:spPr>
        <a:xfrm>
          <a:off x="7400397" y="6395590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200913"/>
              </a:moveTo>
              <a:lnTo>
                <a:pt x="105439" y="200913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7498555" y="6488765"/>
        <a:ext cx="14563" cy="14563"/>
      </dsp:txXfrm>
    </dsp:sp>
    <dsp:sp modelId="{33EB7E0A-1873-4A76-B54A-E043963F0B4F}">
      <dsp:nvSpPr>
        <dsp:cNvPr id="0" name=""/>
        <dsp:cNvSpPr/>
      </dsp:nvSpPr>
      <dsp:spPr>
        <a:xfrm>
          <a:off x="5694712" y="5190107"/>
          <a:ext cx="210879" cy="140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1406396"/>
              </a:lnTo>
              <a:lnTo>
                <a:pt x="210879" y="140639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64598" y="5857753"/>
        <a:ext cx="71105" cy="71105"/>
      </dsp:txXfrm>
    </dsp:sp>
    <dsp:sp modelId="{7CA4B6F7-2268-41A0-9ABE-567158A3F087}">
      <dsp:nvSpPr>
        <dsp:cNvPr id="0" name=""/>
        <dsp:cNvSpPr/>
      </dsp:nvSpPr>
      <dsp:spPr>
        <a:xfrm>
          <a:off x="9584389" y="5993762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200913"/>
              </a:lnTo>
              <a:lnTo>
                <a:pt x="210879" y="20091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9682546" y="6086938"/>
        <a:ext cx="14563" cy="14563"/>
      </dsp:txXfrm>
    </dsp:sp>
    <dsp:sp modelId="{1DF50E03-4AB6-41CB-946F-FE6F03B7E170}">
      <dsp:nvSpPr>
        <dsp:cNvPr id="0" name=""/>
        <dsp:cNvSpPr/>
      </dsp:nvSpPr>
      <dsp:spPr>
        <a:xfrm>
          <a:off x="9584389" y="5792849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200913"/>
              </a:moveTo>
              <a:lnTo>
                <a:pt x="105439" y="200913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9682546" y="5886024"/>
        <a:ext cx="14563" cy="14563"/>
      </dsp:txXfrm>
    </dsp:sp>
    <dsp:sp modelId="{5E1E8358-C585-40D0-A627-B10A35F88419}">
      <dsp:nvSpPr>
        <dsp:cNvPr id="0" name=""/>
        <dsp:cNvSpPr/>
      </dsp:nvSpPr>
      <dsp:spPr>
        <a:xfrm>
          <a:off x="7400397" y="5948042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7500565" y="5988491"/>
        <a:ext cx="10543" cy="10543"/>
      </dsp:txXfrm>
    </dsp:sp>
    <dsp:sp modelId="{4C619735-E222-4A06-94F2-F77A7A963717}">
      <dsp:nvSpPr>
        <dsp:cNvPr id="0" name=""/>
        <dsp:cNvSpPr/>
      </dsp:nvSpPr>
      <dsp:spPr>
        <a:xfrm>
          <a:off x="5694712" y="5190107"/>
          <a:ext cx="210879" cy="8036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803655"/>
              </a:lnTo>
              <a:lnTo>
                <a:pt x="210879" y="80365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79380" y="5571163"/>
        <a:ext cx="41543" cy="41543"/>
      </dsp:txXfrm>
    </dsp:sp>
    <dsp:sp modelId="{F498624E-0891-4062-B1FE-F10494426438}">
      <dsp:nvSpPr>
        <dsp:cNvPr id="0" name=""/>
        <dsp:cNvSpPr/>
      </dsp:nvSpPr>
      <dsp:spPr>
        <a:xfrm>
          <a:off x="11514913" y="5345301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11615081" y="5385749"/>
        <a:ext cx="10543" cy="10543"/>
      </dsp:txXfrm>
    </dsp:sp>
    <dsp:sp modelId="{B2A362C5-71C1-4DFF-9C60-91C7F0C69889}">
      <dsp:nvSpPr>
        <dsp:cNvPr id="0" name=""/>
        <dsp:cNvSpPr/>
      </dsp:nvSpPr>
      <dsp:spPr>
        <a:xfrm>
          <a:off x="9584389" y="5345301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9684556" y="5385749"/>
        <a:ext cx="10543" cy="10543"/>
      </dsp:txXfrm>
    </dsp:sp>
    <dsp:sp modelId="{6E5A0142-AA78-45CB-9841-AB2249D625F4}">
      <dsp:nvSpPr>
        <dsp:cNvPr id="0" name=""/>
        <dsp:cNvSpPr/>
      </dsp:nvSpPr>
      <dsp:spPr>
        <a:xfrm>
          <a:off x="7400397" y="5190107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200913"/>
              </a:lnTo>
              <a:lnTo>
                <a:pt x="210879" y="20091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7498555" y="5283282"/>
        <a:ext cx="14563" cy="14563"/>
      </dsp:txXfrm>
    </dsp:sp>
    <dsp:sp modelId="{F263DED9-B469-41B0-9621-ACD07D4933C9}">
      <dsp:nvSpPr>
        <dsp:cNvPr id="0" name=""/>
        <dsp:cNvSpPr/>
      </dsp:nvSpPr>
      <dsp:spPr>
        <a:xfrm>
          <a:off x="11514913" y="4943473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11615081" y="4983921"/>
        <a:ext cx="10543" cy="10543"/>
      </dsp:txXfrm>
    </dsp:sp>
    <dsp:sp modelId="{BF6A7581-ED12-4820-B5CD-B7A419D8FE06}">
      <dsp:nvSpPr>
        <dsp:cNvPr id="0" name=""/>
        <dsp:cNvSpPr/>
      </dsp:nvSpPr>
      <dsp:spPr>
        <a:xfrm>
          <a:off x="9584389" y="4943473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9684556" y="4983921"/>
        <a:ext cx="10543" cy="10543"/>
      </dsp:txXfrm>
    </dsp:sp>
    <dsp:sp modelId="{949E51DE-E31E-424A-B33D-032F942A9575}">
      <dsp:nvSpPr>
        <dsp:cNvPr id="0" name=""/>
        <dsp:cNvSpPr/>
      </dsp:nvSpPr>
      <dsp:spPr>
        <a:xfrm>
          <a:off x="7400397" y="4989193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200913"/>
              </a:moveTo>
              <a:lnTo>
                <a:pt x="105439" y="200913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7498555" y="5082369"/>
        <a:ext cx="14563" cy="14563"/>
      </dsp:txXfrm>
    </dsp:sp>
    <dsp:sp modelId="{55173FB4-6291-4690-9692-707EABEAB368}">
      <dsp:nvSpPr>
        <dsp:cNvPr id="0" name=""/>
        <dsp:cNvSpPr/>
      </dsp:nvSpPr>
      <dsp:spPr>
        <a:xfrm>
          <a:off x="5694712" y="5144387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94879" y="5184835"/>
        <a:ext cx="10543" cy="10543"/>
      </dsp:txXfrm>
    </dsp:sp>
    <dsp:sp modelId="{B91F84AC-3889-48D0-8909-290EE8B11229}">
      <dsp:nvSpPr>
        <dsp:cNvPr id="0" name=""/>
        <dsp:cNvSpPr/>
      </dsp:nvSpPr>
      <dsp:spPr>
        <a:xfrm>
          <a:off x="9584389" y="4541646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9684556" y="4582094"/>
        <a:ext cx="10543" cy="10543"/>
      </dsp:txXfrm>
    </dsp:sp>
    <dsp:sp modelId="{070923CC-892B-4935-83F9-AC52C8D6D4D8}">
      <dsp:nvSpPr>
        <dsp:cNvPr id="0" name=""/>
        <dsp:cNvSpPr/>
      </dsp:nvSpPr>
      <dsp:spPr>
        <a:xfrm>
          <a:off x="7400397" y="3783710"/>
          <a:ext cx="210879" cy="8036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803655"/>
              </a:lnTo>
              <a:lnTo>
                <a:pt x="210879" y="80365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7485065" y="4164766"/>
        <a:ext cx="41543" cy="41543"/>
      </dsp:txXfrm>
    </dsp:sp>
    <dsp:sp modelId="{36970A07-1FEA-4C8A-B1AF-014FF733202A}">
      <dsp:nvSpPr>
        <dsp:cNvPr id="0" name=""/>
        <dsp:cNvSpPr/>
      </dsp:nvSpPr>
      <dsp:spPr>
        <a:xfrm>
          <a:off x="9584389" y="4139818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9684556" y="4180266"/>
        <a:ext cx="10543" cy="10543"/>
      </dsp:txXfrm>
    </dsp:sp>
    <dsp:sp modelId="{EFA6D4A5-BB87-44CF-9E0A-171B993A1184}">
      <dsp:nvSpPr>
        <dsp:cNvPr id="0" name=""/>
        <dsp:cNvSpPr/>
      </dsp:nvSpPr>
      <dsp:spPr>
        <a:xfrm>
          <a:off x="7400397" y="3783710"/>
          <a:ext cx="210879" cy="4018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401827"/>
              </a:lnTo>
              <a:lnTo>
                <a:pt x="210879" y="40182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7494492" y="3973279"/>
        <a:ext cx="22690" cy="22690"/>
      </dsp:txXfrm>
    </dsp:sp>
    <dsp:sp modelId="{004A3D80-742D-4050-978E-865CE99FCA54}">
      <dsp:nvSpPr>
        <dsp:cNvPr id="0" name=""/>
        <dsp:cNvSpPr/>
      </dsp:nvSpPr>
      <dsp:spPr>
        <a:xfrm>
          <a:off x="9584389" y="3582796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200913"/>
              </a:lnTo>
              <a:lnTo>
                <a:pt x="210879" y="20091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9682546" y="3675972"/>
        <a:ext cx="14563" cy="14563"/>
      </dsp:txXfrm>
    </dsp:sp>
    <dsp:sp modelId="{716BD459-FD3E-42CB-A82A-7D4C8A2161EE}">
      <dsp:nvSpPr>
        <dsp:cNvPr id="0" name=""/>
        <dsp:cNvSpPr/>
      </dsp:nvSpPr>
      <dsp:spPr>
        <a:xfrm>
          <a:off x="9584389" y="3381883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200913"/>
              </a:moveTo>
              <a:lnTo>
                <a:pt x="105439" y="200913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9682546" y="3475058"/>
        <a:ext cx="14563" cy="14563"/>
      </dsp:txXfrm>
    </dsp:sp>
    <dsp:sp modelId="{5675C774-A74D-4654-8A8E-F4100D61F868}">
      <dsp:nvSpPr>
        <dsp:cNvPr id="0" name=""/>
        <dsp:cNvSpPr/>
      </dsp:nvSpPr>
      <dsp:spPr>
        <a:xfrm>
          <a:off x="7400397" y="3582796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200913"/>
              </a:moveTo>
              <a:lnTo>
                <a:pt x="105439" y="200913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7498555" y="3675972"/>
        <a:ext cx="14563" cy="14563"/>
      </dsp:txXfrm>
    </dsp:sp>
    <dsp:sp modelId="{F77947F4-E628-4540-8E0E-3D6C47C8D579}">
      <dsp:nvSpPr>
        <dsp:cNvPr id="0" name=""/>
        <dsp:cNvSpPr/>
      </dsp:nvSpPr>
      <dsp:spPr>
        <a:xfrm>
          <a:off x="11514913" y="2934335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11615081" y="2974783"/>
        <a:ext cx="10543" cy="10543"/>
      </dsp:txXfrm>
    </dsp:sp>
    <dsp:sp modelId="{C8EC8AAD-9F35-4326-8F4C-06D9DBFC2878}">
      <dsp:nvSpPr>
        <dsp:cNvPr id="0" name=""/>
        <dsp:cNvSpPr/>
      </dsp:nvSpPr>
      <dsp:spPr>
        <a:xfrm>
          <a:off x="9584389" y="2934335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9684556" y="2974783"/>
        <a:ext cx="10543" cy="10543"/>
      </dsp:txXfrm>
    </dsp:sp>
    <dsp:sp modelId="{0355F5C9-3249-452A-BA05-20B61D939DAC}">
      <dsp:nvSpPr>
        <dsp:cNvPr id="0" name=""/>
        <dsp:cNvSpPr/>
      </dsp:nvSpPr>
      <dsp:spPr>
        <a:xfrm>
          <a:off x="7400397" y="2980055"/>
          <a:ext cx="210879" cy="803655"/>
        </a:xfrm>
        <a:custGeom>
          <a:avLst/>
          <a:gdLst/>
          <a:ahLst/>
          <a:cxnLst/>
          <a:rect l="0" t="0" r="0" b="0"/>
          <a:pathLst>
            <a:path>
              <a:moveTo>
                <a:pt x="0" y="803655"/>
              </a:moveTo>
              <a:lnTo>
                <a:pt x="105439" y="803655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7485065" y="3361111"/>
        <a:ext cx="41543" cy="41543"/>
      </dsp:txXfrm>
    </dsp:sp>
    <dsp:sp modelId="{7B022C26-8807-452B-A592-9F7D484E8D63}">
      <dsp:nvSpPr>
        <dsp:cNvPr id="0" name=""/>
        <dsp:cNvSpPr/>
      </dsp:nvSpPr>
      <dsp:spPr>
        <a:xfrm>
          <a:off x="5694712" y="3783710"/>
          <a:ext cx="210879" cy="1406396"/>
        </a:xfrm>
        <a:custGeom>
          <a:avLst/>
          <a:gdLst/>
          <a:ahLst/>
          <a:cxnLst/>
          <a:rect l="0" t="0" r="0" b="0"/>
          <a:pathLst>
            <a:path>
              <a:moveTo>
                <a:pt x="0" y="1406396"/>
              </a:moveTo>
              <a:lnTo>
                <a:pt x="105439" y="1406396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64598" y="4451356"/>
        <a:ext cx="71105" cy="71105"/>
      </dsp:txXfrm>
    </dsp:sp>
    <dsp:sp modelId="{787C2340-9370-4852-BBB3-1BB38A600E9C}">
      <dsp:nvSpPr>
        <dsp:cNvPr id="0" name=""/>
        <dsp:cNvSpPr/>
      </dsp:nvSpPr>
      <dsp:spPr>
        <a:xfrm>
          <a:off x="4429437" y="2779141"/>
          <a:ext cx="210879" cy="24109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2410966"/>
              </a:lnTo>
              <a:lnTo>
                <a:pt x="210879" y="241096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b="1" kern="1200"/>
        </a:p>
      </dsp:txBody>
      <dsp:txXfrm>
        <a:off x="4474372" y="3924120"/>
        <a:ext cx="121008" cy="121008"/>
      </dsp:txXfrm>
    </dsp:sp>
    <dsp:sp modelId="{9CA07C03-B382-4871-AF4F-1A7963BC7660}">
      <dsp:nvSpPr>
        <dsp:cNvPr id="0" name=""/>
        <dsp:cNvSpPr/>
      </dsp:nvSpPr>
      <dsp:spPr>
        <a:xfrm>
          <a:off x="7400397" y="2532507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500565" y="2572955"/>
        <a:ext cx="10543" cy="10543"/>
      </dsp:txXfrm>
    </dsp:sp>
    <dsp:sp modelId="{3CA01373-494C-48F8-B671-154F5B09C6C9}">
      <dsp:nvSpPr>
        <dsp:cNvPr id="0" name=""/>
        <dsp:cNvSpPr/>
      </dsp:nvSpPr>
      <dsp:spPr>
        <a:xfrm>
          <a:off x="5694712" y="2377313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200913"/>
              </a:lnTo>
              <a:lnTo>
                <a:pt x="210879" y="20091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92870" y="2470489"/>
        <a:ext cx="14563" cy="14563"/>
      </dsp:txXfrm>
    </dsp:sp>
    <dsp:sp modelId="{F9827FC3-346E-4340-962C-A91603E74C1A}">
      <dsp:nvSpPr>
        <dsp:cNvPr id="0" name=""/>
        <dsp:cNvSpPr/>
      </dsp:nvSpPr>
      <dsp:spPr>
        <a:xfrm>
          <a:off x="5694712" y="2176400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200913"/>
              </a:moveTo>
              <a:lnTo>
                <a:pt x="105439" y="200913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92870" y="2269575"/>
        <a:ext cx="14563" cy="14563"/>
      </dsp:txXfrm>
    </dsp:sp>
    <dsp:sp modelId="{1032000F-4A83-4D18-8089-174D41BF952F}">
      <dsp:nvSpPr>
        <dsp:cNvPr id="0" name=""/>
        <dsp:cNvSpPr/>
      </dsp:nvSpPr>
      <dsp:spPr>
        <a:xfrm>
          <a:off x="4429437" y="2377313"/>
          <a:ext cx="210879" cy="401827"/>
        </a:xfrm>
        <a:custGeom>
          <a:avLst/>
          <a:gdLst/>
          <a:ahLst/>
          <a:cxnLst/>
          <a:rect l="0" t="0" r="0" b="0"/>
          <a:pathLst>
            <a:path>
              <a:moveTo>
                <a:pt x="0" y="401827"/>
              </a:moveTo>
              <a:lnTo>
                <a:pt x="105439" y="401827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4523531" y="2566882"/>
        <a:ext cx="22690" cy="22690"/>
      </dsp:txXfrm>
    </dsp:sp>
    <dsp:sp modelId="{35D3F1D1-B8A1-4825-AEA1-D92EFE47C714}">
      <dsp:nvSpPr>
        <dsp:cNvPr id="0" name=""/>
        <dsp:cNvSpPr/>
      </dsp:nvSpPr>
      <dsp:spPr>
        <a:xfrm>
          <a:off x="7400155" y="1728852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7500322" y="1769300"/>
        <a:ext cx="10543" cy="10543"/>
      </dsp:txXfrm>
    </dsp:sp>
    <dsp:sp modelId="{F9C2C5B6-EE8F-47C4-A6A5-5D21E77BC2CD}">
      <dsp:nvSpPr>
        <dsp:cNvPr id="0" name=""/>
        <dsp:cNvSpPr/>
      </dsp:nvSpPr>
      <dsp:spPr>
        <a:xfrm>
          <a:off x="5694712" y="1372744"/>
          <a:ext cx="210879" cy="4018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401827"/>
              </a:lnTo>
              <a:lnTo>
                <a:pt x="210879" y="40182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788806" y="1562313"/>
        <a:ext cx="22690" cy="22690"/>
      </dsp:txXfrm>
    </dsp:sp>
    <dsp:sp modelId="{BE4E434C-2D64-4018-B569-F206FA216006}">
      <dsp:nvSpPr>
        <dsp:cNvPr id="0" name=""/>
        <dsp:cNvSpPr/>
      </dsp:nvSpPr>
      <dsp:spPr>
        <a:xfrm>
          <a:off x="9585591" y="1327024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9685758" y="1367472"/>
        <a:ext cx="10543" cy="10543"/>
      </dsp:txXfrm>
    </dsp:sp>
    <dsp:sp modelId="{D404D48B-C09A-4F29-8F0C-4F799DFD7E44}">
      <dsp:nvSpPr>
        <dsp:cNvPr id="0" name=""/>
        <dsp:cNvSpPr/>
      </dsp:nvSpPr>
      <dsp:spPr>
        <a:xfrm>
          <a:off x="7400397" y="1327024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500565" y="1367472"/>
        <a:ext cx="10543" cy="10543"/>
      </dsp:txXfrm>
    </dsp:sp>
    <dsp:sp modelId="{717ECB1D-B379-4AAD-96C2-B690E87A7E2E}">
      <dsp:nvSpPr>
        <dsp:cNvPr id="0" name=""/>
        <dsp:cNvSpPr/>
      </dsp:nvSpPr>
      <dsp:spPr>
        <a:xfrm>
          <a:off x="5694712" y="1327024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94879" y="1367472"/>
        <a:ext cx="10543" cy="10543"/>
      </dsp:txXfrm>
    </dsp:sp>
    <dsp:sp modelId="{E616E462-F0DA-4063-844F-5F69C0C1B222}">
      <dsp:nvSpPr>
        <dsp:cNvPr id="0" name=""/>
        <dsp:cNvSpPr/>
      </dsp:nvSpPr>
      <dsp:spPr>
        <a:xfrm>
          <a:off x="7400397" y="925197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7500565" y="965645"/>
        <a:ext cx="10543" cy="10543"/>
      </dsp:txXfrm>
    </dsp:sp>
    <dsp:sp modelId="{808F9BCD-19E5-4262-9908-A3B8EB172C71}">
      <dsp:nvSpPr>
        <dsp:cNvPr id="0" name=""/>
        <dsp:cNvSpPr/>
      </dsp:nvSpPr>
      <dsp:spPr>
        <a:xfrm>
          <a:off x="5694712" y="970917"/>
          <a:ext cx="210879" cy="401827"/>
        </a:xfrm>
        <a:custGeom>
          <a:avLst/>
          <a:gdLst/>
          <a:ahLst/>
          <a:cxnLst/>
          <a:rect l="0" t="0" r="0" b="0"/>
          <a:pathLst>
            <a:path>
              <a:moveTo>
                <a:pt x="0" y="401827"/>
              </a:moveTo>
              <a:lnTo>
                <a:pt x="105439" y="401827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88806" y="1160485"/>
        <a:ext cx="22690" cy="22690"/>
      </dsp:txXfrm>
    </dsp:sp>
    <dsp:sp modelId="{F0BF6059-74BE-48E6-A924-E38020F89AC8}">
      <dsp:nvSpPr>
        <dsp:cNvPr id="0" name=""/>
        <dsp:cNvSpPr/>
      </dsp:nvSpPr>
      <dsp:spPr>
        <a:xfrm>
          <a:off x="4429437" y="1372744"/>
          <a:ext cx="210879" cy="1406396"/>
        </a:xfrm>
        <a:custGeom>
          <a:avLst/>
          <a:gdLst/>
          <a:ahLst/>
          <a:cxnLst/>
          <a:rect l="0" t="0" r="0" b="0"/>
          <a:pathLst>
            <a:path>
              <a:moveTo>
                <a:pt x="0" y="1406396"/>
              </a:moveTo>
              <a:lnTo>
                <a:pt x="105439" y="1406396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4499323" y="2040390"/>
        <a:ext cx="71105" cy="71105"/>
      </dsp:txXfrm>
    </dsp:sp>
    <dsp:sp modelId="{756C9014-3C78-4AE3-BDAD-193989E423F3}">
      <dsp:nvSpPr>
        <dsp:cNvPr id="0" name=""/>
        <dsp:cNvSpPr/>
      </dsp:nvSpPr>
      <dsp:spPr>
        <a:xfrm>
          <a:off x="7400397" y="523369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7500565" y="563817"/>
        <a:ext cx="10543" cy="10543"/>
      </dsp:txXfrm>
    </dsp:sp>
    <dsp:sp modelId="{C7D25787-4C94-47BF-90C3-C7721603A092}">
      <dsp:nvSpPr>
        <dsp:cNvPr id="0" name=""/>
        <dsp:cNvSpPr/>
      </dsp:nvSpPr>
      <dsp:spPr>
        <a:xfrm>
          <a:off x="5694712" y="368175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39" y="0"/>
              </a:lnTo>
              <a:lnTo>
                <a:pt x="105439" y="200913"/>
              </a:lnTo>
              <a:lnTo>
                <a:pt x="210879" y="20091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92870" y="461350"/>
        <a:ext cx="14563" cy="14563"/>
      </dsp:txXfrm>
    </dsp:sp>
    <dsp:sp modelId="{42A504BA-7AA0-4A65-90DC-FDA7456284C0}">
      <dsp:nvSpPr>
        <dsp:cNvPr id="0" name=""/>
        <dsp:cNvSpPr/>
      </dsp:nvSpPr>
      <dsp:spPr>
        <a:xfrm>
          <a:off x="7400397" y="121541"/>
          <a:ext cx="2108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087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7500565" y="161989"/>
        <a:ext cx="10543" cy="10543"/>
      </dsp:txXfrm>
    </dsp:sp>
    <dsp:sp modelId="{8F67FE28-F10E-43A1-8B7E-BBC2C8CBA73F}">
      <dsp:nvSpPr>
        <dsp:cNvPr id="0" name=""/>
        <dsp:cNvSpPr/>
      </dsp:nvSpPr>
      <dsp:spPr>
        <a:xfrm>
          <a:off x="5694712" y="167261"/>
          <a:ext cx="210879" cy="200913"/>
        </a:xfrm>
        <a:custGeom>
          <a:avLst/>
          <a:gdLst/>
          <a:ahLst/>
          <a:cxnLst/>
          <a:rect l="0" t="0" r="0" b="0"/>
          <a:pathLst>
            <a:path>
              <a:moveTo>
                <a:pt x="0" y="200913"/>
              </a:moveTo>
              <a:lnTo>
                <a:pt x="105439" y="200913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b="1" kern="1200"/>
        </a:p>
      </dsp:txBody>
      <dsp:txXfrm>
        <a:off x="5792870" y="260436"/>
        <a:ext cx="14563" cy="14563"/>
      </dsp:txXfrm>
    </dsp:sp>
    <dsp:sp modelId="{1590E27F-5D25-4454-A4CC-CA98A68FE061}">
      <dsp:nvSpPr>
        <dsp:cNvPr id="0" name=""/>
        <dsp:cNvSpPr/>
      </dsp:nvSpPr>
      <dsp:spPr>
        <a:xfrm>
          <a:off x="4429437" y="368175"/>
          <a:ext cx="210879" cy="2410966"/>
        </a:xfrm>
        <a:custGeom>
          <a:avLst/>
          <a:gdLst/>
          <a:ahLst/>
          <a:cxnLst/>
          <a:rect l="0" t="0" r="0" b="0"/>
          <a:pathLst>
            <a:path>
              <a:moveTo>
                <a:pt x="0" y="2410966"/>
              </a:moveTo>
              <a:lnTo>
                <a:pt x="105439" y="2410966"/>
              </a:lnTo>
              <a:lnTo>
                <a:pt x="105439" y="0"/>
              </a:lnTo>
              <a:lnTo>
                <a:pt x="21087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b="1" kern="1200"/>
        </a:p>
      </dsp:txBody>
      <dsp:txXfrm>
        <a:off x="4474372" y="1513154"/>
        <a:ext cx="121008" cy="121008"/>
      </dsp:txXfrm>
    </dsp:sp>
    <dsp:sp modelId="{35F39FBA-5B06-4CE8-BAD9-3AED784146C9}">
      <dsp:nvSpPr>
        <dsp:cNvPr id="0" name=""/>
        <dsp:cNvSpPr/>
      </dsp:nvSpPr>
      <dsp:spPr>
        <a:xfrm rot="16200000">
          <a:off x="3422753" y="2618410"/>
          <a:ext cx="1691906" cy="32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1" kern="1200" dirty="0"/>
            <a:t>pandas</a:t>
          </a:r>
          <a:endParaRPr lang="zh-TW" altLang="en-US" sz="3600" b="1" kern="1200" dirty="0"/>
        </a:p>
      </dsp:txBody>
      <dsp:txXfrm>
        <a:off x="3422753" y="2618410"/>
        <a:ext cx="1691906" cy="321462"/>
      </dsp:txXfrm>
    </dsp:sp>
    <dsp:sp modelId="{2D84EBD9-EAAE-461C-BD5C-8D7D6493CA42}">
      <dsp:nvSpPr>
        <dsp:cNvPr id="0" name=""/>
        <dsp:cNvSpPr/>
      </dsp:nvSpPr>
      <dsp:spPr>
        <a:xfrm>
          <a:off x="4640316" y="207444"/>
          <a:ext cx="1054395" cy="3214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新增</a:t>
          </a:r>
          <a:endParaRPr lang="zh-TW" altLang="en-US" sz="1400" b="1" kern="1200" dirty="0"/>
        </a:p>
      </dsp:txBody>
      <dsp:txXfrm>
        <a:off x="4640316" y="207444"/>
        <a:ext cx="1054395" cy="321462"/>
      </dsp:txXfrm>
    </dsp:sp>
    <dsp:sp modelId="{F50116CB-518F-47C7-9DE8-64B3C88AF36E}">
      <dsp:nvSpPr>
        <dsp:cNvPr id="0" name=""/>
        <dsp:cNvSpPr/>
      </dsp:nvSpPr>
      <dsp:spPr>
        <a:xfrm>
          <a:off x="5905591" y="6530"/>
          <a:ext cx="1494806" cy="321462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新增欄位，新增列</a:t>
          </a:r>
          <a:endParaRPr lang="zh-TW" altLang="en-US" sz="1400" b="1" kern="1200" dirty="0"/>
        </a:p>
      </dsp:txBody>
      <dsp:txXfrm>
        <a:off x="5905591" y="6530"/>
        <a:ext cx="1494806" cy="321462"/>
      </dsp:txXfrm>
    </dsp:sp>
    <dsp:sp modelId="{EE9CC1E9-51EE-4056-A55C-AE9DEE51B59C}">
      <dsp:nvSpPr>
        <dsp:cNvPr id="0" name=""/>
        <dsp:cNvSpPr/>
      </dsp:nvSpPr>
      <dsp:spPr>
        <a:xfrm>
          <a:off x="7611277" y="6530"/>
          <a:ext cx="1972416" cy="321462"/>
        </a:xfrm>
        <a:prstGeom prst="rect">
          <a:avLst/>
        </a:prstGeom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</a:t>
          </a: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[]</a:t>
          </a: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，</a:t>
          </a:r>
          <a:r>
            <a:rPr lang="en-US" altLang="zh-CN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df.loc</a:t>
          </a: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[]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611277" y="6530"/>
        <a:ext cx="1972416" cy="321462"/>
      </dsp:txXfrm>
    </dsp:sp>
    <dsp:sp modelId="{049E5A5B-A91D-43EA-AE69-5697E2C74789}">
      <dsp:nvSpPr>
        <dsp:cNvPr id="0" name=""/>
        <dsp:cNvSpPr/>
      </dsp:nvSpPr>
      <dsp:spPr>
        <a:xfrm>
          <a:off x="5905591" y="408358"/>
          <a:ext cx="1494806" cy="321462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資料合併</a:t>
          </a:r>
          <a:endParaRPr lang="zh-TW" altLang="en-US" sz="1400" b="1" kern="1200" dirty="0"/>
        </a:p>
      </dsp:txBody>
      <dsp:txXfrm>
        <a:off x="5905591" y="408358"/>
        <a:ext cx="1494806" cy="321462"/>
      </dsp:txXfrm>
    </dsp:sp>
    <dsp:sp modelId="{C267F297-9D41-4813-9E84-18C0E9718B2B}">
      <dsp:nvSpPr>
        <dsp:cNvPr id="0" name=""/>
        <dsp:cNvSpPr/>
      </dsp:nvSpPr>
      <dsp:spPr>
        <a:xfrm>
          <a:off x="7611277" y="408358"/>
          <a:ext cx="1972690" cy="321462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 err="1"/>
            <a:t>concat</a:t>
          </a:r>
          <a:r>
            <a:rPr lang="zh-TW" altLang="en-US" sz="1400" b="1" kern="1200" dirty="0"/>
            <a:t>，</a:t>
          </a:r>
          <a:r>
            <a:rPr lang="en-US" altLang="en-US" sz="1400" b="1" kern="1200" dirty="0"/>
            <a:t>append</a:t>
          </a:r>
          <a:r>
            <a:rPr lang="zh-TW" altLang="en-US" sz="1400" b="1" kern="1200" dirty="0"/>
            <a:t>，</a:t>
          </a:r>
          <a:r>
            <a:rPr lang="en-US" altLang="en-US" sz="1400" b="1" kern="1200" dirty="0"/>
            <a:t>merge</a:t>
          </a:r>
          <a:endParaRPr lang="zh-TW" altLang="en-US" sz="1400" b="1" kern="1200" dirty="0"/>
        </a:p>
      </dsp:txBody>
      <dsp:txXfrm>
        <a:off x="7611277" y="408358"/>
        <a:ext cx="1972690" cy="321462"/>
      </dsp:txXfrm>
    </dsp:sp>
    <dsp:sp modelId="{0AC200E6-F4AA-4229-B13C-6D233047902B}">
      <dsp:nvSpPr>
        <dsp:cNvPr id="0" name=""/>
        <dsp:cNvSpPr/>
      </dsp:nvSpPr>
      <dsp:spPr>
        <a:xfrm>
          <a:off x="4640316" y="1212013"/>
          <a:ext cx="1054395" cy="3214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修改</a:t>
          </a:r>
          <a:endParaRPr lang="zh-TW" altLang="en-US" sz="1400" b="1" kern="1200" dirty="0"/>
        </a:p>
      </dsp:txBody>
      <dsp:txXfrm>
        <a:off x="4640316" y="1212013"/>
        <a:ext cx="1054395" cy="321462"/>
      </dsp:txXfrm>
    </dsp:sp>
    <dsp:sp modelId="{21C91BED-67FC-4B27-9EE2-62E410771FBD}">
      <dsp:nvSpPr>
        <dsp:cNvPr id="0" name=""/>
        <dsp:cNvSpPr/>
      </dsp:nvSpPr>
      <dsp:spPr>
        <a:xfrm>
          <a:off x="5905591" y="810185"/>
          <a:ext cx="1494806" cy="32146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修改欄位，修改列</a:t>
          </a:r>
          <a:endParaRPr lang="zh-TW" altLang="en-US" sz="1400" b="1" kern="1200" dirty="0"/>
        </a:p>
      </dsp:txBody>
      <dsp:txXfrm>
        <a:off x="5905591" y="810185"/>
        <a:ext cx="1494806" cy="321462"/>
      </dsp:txXfrm>
    </dsp:sp>
    <dsp:sp modelId="{FB62A390-0FA7-4F9B-868F-E9AA2DC7A02E}">
      <dsp:nvSpPr>
        <dsp:cNvPr id="0" name=""/>
        <dsp:cNvSpPr/>
      </dsp:nvSpPr>
      <dsp:spPr>
        <a:xfrm>
          <a:off x="7611277" y="810185"/>
          <a:ext cx="1972416" cy="321462"/>
        </a:xfrm>
        <a:prstGeom prst="rect">
          <a:avLst/>
        </a:prstGeom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df[]</a:t>
          </a: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， </a:t>
          </a:r>
          <a:r>
            <a:rPr lang="en-US" altLang="zh-CN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df.loc</a:t>
          </a: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[]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611277" y="810185"/>
        <a:ext cx="1972416" cy="321462"/>
      </dsp:txXfrm>
    </dsp:sp>
    <dsp:sp modelId="{960284E2-21B5-4EEF-A130-E30E420BA851}">
      <dsp:nvSpPr>
        <dsp:cNvPr id="0" name=""/>
        <dsp:cNvSpPr/>
      </dsp:nvSpPr>
      <dsp:spPr>
        <a:xfrm>
          <a:off x="5905591" y="1212013"/>
          <a:ext cx="1494806" cy="32146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修改缺值</a:t>
          </a:r>
          <a:endParaRPr lang="zh-TW" altLang="en-US" sz="1400" b="1" kern="1200" dirty="0"/>
        </a:p>
      </dsp:txBody>
      <dsp:txXfrm>
        <a:off x="5905591" y="1212013"/>
        <a:ext cx="1494806" cy="321462"/>
      </dsp:txXfrm>
    </dsp:sp>
    <dsp:sp modelId="{FF1A1EA1-68F5-4D17-A3B3-FFE6DC6FA509}">
      <dsp:nvSpPr>
        <dsp:cNvPr id="0" name=""/>
        <dsp:cNvSpPr/>
      </dsp:nvSpPr>
      <dsp:spPr>
        <a:xfrm>
          <a:off x="7611277" y="1212013"/>
          <a:ext cx="1974314" cy="321462"/>
        </a:xfrm>
        <a:prstGeom prst="rect">
          <a:avLst/>
        </a:prstGeom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查詢缺值：</a:t>
          </a: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df.isna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()</a:t>
          </a:r>
          <a:r>
            <a:rPr lang="zh-TW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，</a:t>
          </a: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df.isnull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() 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611277" y="1212013"/>
        <a:ext cx="1974314" cy="321462"/>
      </dsp:txXfrm>
    </dsp:sp>
    <dsp:sp modelId="{92EDD3D1-9E7D-4A69-AE32-F301AE4C40F3}">
      <dsp:nvSpPr>
        <dsp:cNvPr id="0" name=""/>
        <dsp:cNvSpPr/>
      </dsp:nvSpPr>
      <dsp:spPr>
        <a:xfrm>
          <a:off x="9796470" y="1212013"/>
          <a:ext cx="1719561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填值：</a:t>
          </a: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df.fillna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(</a:t>
          </a:r>
          <a:r>
            <a:rPr lang="zh-TW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值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)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9796470" y="1212013"/>
        <a:ext cx="1719561" cy="321462"/>
      </dsp:txXfrm>
    </dsp:sp>
    <dsp:sp modelId="{45ABECD0-5951-41F6-86D4-752CC4802463}">
      <dsp:nvSpPr>
        <dsp:cNvPr id="0" name=""/>
        <dsp:cNvSpPr/>
      </dsp:nvSpPr>
      <dsp:spPr>
        <a:xfrm>
          <a:off x="5905591" y="1613841"/>
          <a:ext cx="1494563" cy="321462"/>
        </a:xfrm>
        <a:prstGeom prst="rect">
          <a:avLst/>
        </a:prstGeom>
        <a:solidFill>
          <a:srgbClr val="0070C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取代，資料清理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5905591" y="1613841"/>
        <a:ext cx="1494563" cy="321462"/>
      </dsp:txXfrm>
    </dsp:sp>
    <dsp:sp modelId="{E63DA227-98B2-467B-9B6D-4C92DC67DCFD}">
      <dsp:nvSpPr>
        <dsp:cNvPr id="0" name=""/>
        <dsp:cNvSpPr/>
      </dsp:nvSpPr>
      <dsp:spPr>
        <a:xfrm>
          <a:off x="7611034" y="1613841"/>
          <a:ext cx="1975811" cy="321462"/>
        </a:xfrm>
        <a:prstGeom prst="rect">
          <a:avLst/>
        </a:prstGeom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日期格式，文字取代</a:t>
          </a:r>
          <a:endParaRPr lang="zh-TW" altLang="en-US" sz="1400" b="1" kern="120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611034" y="1613841"/>
        <a:ext cx="1975811" cy="321462"/>
      </dsp:txXfrm>
    </dsp:sp>
    <dsp:sp modelId="{D5255625-2276-4C7B-B9FC-8679B4B25DE6}">
      <dsp:nvSpPr>
        <dsp:cNvPr id="0" name=""/>
        <dsp:cNvSpPr/>
      </dsp:nvSpPr>
      <dsp:spPr>
        <a:xfrm>
          <a:off x="4640316" y="2216582"/>
          <a:ext cx="1054395" cy="3214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刪除</a:t>
          </a:r>
          <a:endParaRPr lang="zh-TW" altLang="en-US" sz="1400" b="1" kern="1200" dirty="0"/>
        </a:p>
      </dsp:txBody>
      <dsp:txXfrm>
        <a:off x="4640316" y="2216582"/>
        <a:ext cx="1054395" cy="321462"/>
      </dsp:txXfrm>
    </dsp:sp>
    <dsp:sp modelId="{3654CC79-9D37-4970-8E3D-1937C3875BB1}">
      <dsp:nvSpPr>
        <dsp:cNvPr id="0" name=""/>
        <dsp:cNvSpPr/>
      </dsp:nvSpPr>
      <dsp:spPr>
        <a:xfrm>
          <a:off x="5905591" y="2015668"/>
          <a:ext cx="1494806" cy="321462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刪除欄位，刪除列</a:t>
          </a:r>
          <a:endParaRPr lang="zh-TW" altLang="en-US" sz="1400" b="1" kern="1200" dirty="0"/>
        </a:p>
      </dsp:txBody>
      <dsp:txXfrm>
        <a:off x="5905591" y="2015668"/>
        <a:ext cx="1494806" cy="321462"/>
      </dsp:txXfrm>
    </dsp:sp>
    <dsp:sp modelId="{C26E1C24-9D93-4398-8C91-985C40354D79}">
      <dsp:nvSpPr>
        <dsp:cNvPr id="0" name=""/>
        <dsp:cNvSpPr/>
      </dsp:nvSpPr>
      <dsp:spPr>
        <a:xfrm>
          <a:off x="5905591" y="2417496"/>
          <a:ext cx="1494806" cy="321462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刪除缺值</a:t>
          </a:r>
          <a:endParaRPr lang="zh-TW" altLang="en-US" sz="1400" b="1" kern="1200" dirty="0"/>
        </a:p>
      </dsp:txBody>
      <dsp:txXfrm>
        <a:off x="5905591" y="2417496"/>
        <a:ext cx="1494806" cy="321462"/>
      </dsp:txXfrm>
    </dsp:sp>
    <dsp:sp modelId="{9552CFF4-F115-480F-8788-4C7B43E5424B}">
      <dsp:nvSpPr>
        <dsp:cNvPr id="0" name=""/>
        <dsp:cNvSpPr/>
      </dsp:nvSpPr>
      <dsp:spPr>
        <a:xfrm>
          <a:off x="7611277" y="2417496"/>
          <a:ext cx="1974314" cy="321462"/>
        </a:xfrm>
        <a:prstGeom prst="rect">
          <a:avLst/>
        </a:prstGeom>
        <a:solidFill>
          <a:srgbClr val="C0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df.dropna</a:t>
          </a:r>
          <a:r>
            <a:rPr lang="en-US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()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611277" y="2417496"/>
        <a:ext cx="1974314" cy="321462"/>
      </dsp:txXfrm>
    </dsp:sp>
    <dsp:sp modelId="{DBC5C04B-39E5-471F-9C29-D4D99BD729E8}">
      <dsp:nvSpPr>
        <dsp:cNvPr id="0" name=""/>
        <dsp:cNvSpPr/>
      </dsp:nvSpPr>
      <dsp:spPr>
        <a:xfrm>
          <a:off x="4640316" y="5029376"/>
          <a:ext cx="1054395" cy="3214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查詢</a:t>
          </a:r>
          <a:endParaRPr lang="zh-TW" altLang="en-US" sz="1400" b="1" kern="1200" dirty="0"/>
        </a:p>
      </dsp:txBody>
      <dsp:txXfrm>
        <a:off x="4640316" y="5029376"/>
        <a:ext cx="1054395" cy="321462"/>
      </dsp:txXfrm>
    </dsp:sp>
    <dsp:sp modelId="{05D85CD4-BC52-445D-8135-A6AE0C87FB5B}">
      <dsp:nvSpPr>
        <dsp:cNvPr id="0" name=""/>
        <dsp:cNvSpPr/>
      </dsp:nvSpPr>
      <dsp:spPr>
        <a:xfrm>
          <a:off x="5905591" y="3622979"/>
          <a:ext cx="1494806" cy="32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查詢</a:t>
          </a:r>
          <a:endParaRPr lang="zh-TW" altLang="en-US" sz="1400" b="1" kern="1200" dirty="0"/>
        </a:p>
      </dsp:txBody>
      <dsp:txXfrm>
        <a:off x="5905591" y="3622979"/>
        <a:ext cx="1494806" cy="321462"/>
      </dsp:txXfrm>
    </dsp:sp>
    <dsp:sp modelId="{79550393-03C6-48D3-84EA-1B020A5821E6}">
      <dsp:nvSpPr>
        <dsp:cNvPr id="0" name=""/>
        <dsp:cNvSpPr/>
      </dsp:nvSpPr>
      <dsp:spPr>
        <a:xfrm>
          <a:off x="7611277" y="2819324"/>
          <a:ext cx="1973112" cy="32146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定點取值</a:t>
          </a:r>
          <a:endParaRPr lang="zh-TW" altLang="en-US" sz="1400" b="1" kern="1200" dirty="0"/>
        </a:p>
      </dsp:txBody>
      <dsp:txXfrm>
        <a:off x="7611277" y="2819324"/>
        <a:ext cx="1973112" cy="321462"/>
      </dsp:txXfrm>
    </dsp:sp>
    <dsp:sp modelId="{C1DA2DE0-497E-47A4-91CB-A9083CC7D6FF}">
      <dsp:nvSpPr>
        <dsp:cNvPr id="0" name=""/>
        <dsp:cNvSpPr/>
      </dsp:nvSpPr>
      <dsp:spPr>
        <a:xfrm>
          <a:off x="9795268" y="2819324"/>
          <a:ext cx="1719645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欄位取值</a:t>
          </a:r>
          <a:r>
            <a:rPr lang="en-US" altLang="zh-CN" sz="1400" b="1" kern="1200" dirty="0"/>
            <a:t>df[]</a:t>
          </a:r>
          <a:endParaRPr lang="zh-TW" altLang="en-US" sz="1400" b="1" kern="1200" dirty="0"/>
        </a:p>
      </dsp:txBody>
      <dsp:txXfrm>
        <a:off x="9795268" y="2819324"/>
        <a:ext cx="1719645" cy="321462"/>
      </dsp:txXfrm>
    </dsp:sp>
    <dsp:sp modelId="{EBDAB538-7B47-402A-8542-636305905391}">
      <dsp:nvSpPr>
        <dsp:cNvPr id="0" name=""/>
        <dsp:cNvSpPr/>
      </dsp:nvSpPr>
      <dsp:spPr>
        <a:xfrm>
          <a:off x="11725793" y="2819324"/>
          <a:ext cx="1570311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列取值</a:t>
          </a:r>
          <a:r>
            <a:rPr lang="en-US" altLang="zh-CN" sz="1400" b="1" kern="1200" dirty="0"/>
            <a:t>: </a:t>
          </a:r>
          <a:r>
            <a:rPr lang="en-US" altLang="zh-CN" sz="1400" b="1" kern="1200" dirty="0" err="1"/>
            <a:t>df.loc</a:t>
          </a:r>
          <a:r>
            <a:rPr lang="en-US" altLang="zh-CN" sz="1400" b="1" kern="1200" dirty="0"/>
            <a:t>, </a:t>
          </a:r>
          <a:r>
            <a:rPr lang="en-US" altLang="zh-CN" sz="1400" b="1" kern="1200" dirty="0" err="1"/>
            <a:t>df.iloc</a:t>
          </a:r>
          <a:endParaRPr lang="zh-TW" altLang="en-US" sz="1400" b="1" kern="1200" dirty="0"/>
        </a:p>
      </dsp:txBody>
      <dsp:txXfrm>
        <a:off x="11725793" y="2819324"/>
        <a:ext cx="1570311" cy="321462"/>
      </dsp:txXfrm>
    </dsp:sp>
    <dsp:sp modelId="{F793FC48-B0B3-4C1E-8C7E-3D22D89010B0}">
      <dsp:nvSpPr>
        <dsp:cNvPr id="0" name=""/>
        <dsp:cNvSpPr/>
      </dsp:nvSpPr>
      <dsp:spPr>
        <a:xfrm>
          <a:off x="7611277" y="3422065"/>
          <a:ext cx="1973112" cy="32146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條件查詢</a:t>
          </a:r>
          <a:endParaRPr lang="zh-TW" altLang="en-US" sz="1400" b="1" kern="1200" dirty="0"/>
        </a:p>
      </dsp:txBody>
      <dsp:txXfrm>
        <a:off x="7611277" y="3422065"/>
        <a:ext cx="1973112" cy="321462"/>
      </dsp:txXfrm>
    </dsp:sp>
    <dsp:sp modelId="{87DFBFBA-9C84-487B-8E54-D44ECA165587}">
      <dsp:nvSpPr>
        <dsp:cNvPr id="0" name=""/>
        <dsp:cNvSpPr/>
      </dsp:nvSpPr>
      <dsp:spPr>
        <a:xfrm>
          <a:off x="9795268" y="3221152"/>
          <a:ext cx="1719645" cy="321462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二步驟條件查詢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9795268" y="3221152"/>
        <a:ext cx="1719645" cy="321462"/>
      </dsp:txXfrm>
    </dsp:sp>
    <dsp:sp modelId="{A723F219-5BD4-4EC2-9E09-73E9AE062AE5}">
      <dsp:nvSpPr>
        <dsp:cNvPr id="0" name=""/>
        <dsp:cNvSpPr/>
      </dsp:nvSpPr>
      <dsp:spPr>
        <a:xfrm>
          <a:off x="9795268" y="3622979"/>
          <a:ext cx="1719645" cy="321462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 err="1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Df.query</a:t>
          </a:r>
          <a:r>
            <a:rPr lang="en-US" altLang="zh-CN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()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9795268" y="3622979"/>
        <a:ext cx="1719645" cy="321462"/>
      </dsp:txXfrm>
    </dsp:sp>
    <dsp:sp modelId="{846CF96E-0562-414A-BDF2-C2AFC4984D7C}">
      <dsp:nvSpPr>
        <dsp:cNvPr id="0" name=""/>
        <dsp:cNvSpPr/>
      </dsp:nvSpPr>
      <dsp:spPr>
        <a:xfrm>
          <a:off x="7611277" y="4024807"/>
          <a:ext cx="1973112" cy="32146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關鍵字查詢</a:t>
          </a:r>
          <a:endParaRPr lang="zh-TW" altLang="en-US" sz="1400" b="1" kern="1200" dirty="0"/>
        </a:p>
      </dsp:txBody>
      <dsp:txXfrm>
        <a:off x="7611277" y="4024807"/>
        <a:ext cx="1973112" cy="321462"/>
      </dsp:txXfrm>
    </dsp:sp>
    <dsp:sp modelId="{F7DADEAC-C53E-4E25-94FB-F1F6BC6A9C40}">
      <dsp:nvSpPr>
        <dsp:cNvPr id="0" name=""/>
        <dsp:cNvSpPr/>
      </dsp:nvSpPr>
      <dsp:spPr>
        <a:xfrm>
          <a:off x="9795268" y="4024807"/>
          <a:ext cx="1719645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.</a:t>
          </a:r>
          <a:r>
            <a:rPr lang="en-US" sz="1400" b="1" i="0" kern="1200" dirty="0" err="1"/>
            <a:t>str.contains</a:t>
          </a:r>
          <a:r>
            <a:rPr lang="en-US" sz="1400" b="1" i="0" kern="1200" dirty="0"/>
            <a:t>()</a:t>
          </a:r>
          <a:endParaRPr lang="zh-TW" altLang="en-US" sz="1400" b="1" kern="1200" dirty="0"/>
        </a:p>
      </dsp:txBody>
      <dsp:txXfrm>
        <a:off x="9795268" y="4024807"/>
        <a:ext cx="1719645" cy="321462"/>
      </dsp:txXfrm>
    </dsp:sp>
    <dsp:sp modelId="{D0A91FB5-D073-4453-BFBA-B51D82271F6B}">
      <dsp:nvSpPr>
        <dsp:cNvPr id="0" name=""/>
        <dsp:cNvSpPr/>
      </dsp:nvSpPr>
      <dsp:spPr>
        <a:xfrm>
          <a:off x="7611277" y="4426635"/>
          <a:ext cx="1973112" cy="32146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排序查詢</a:t>
          </a:r>
          <a:endParaRPr lang="zh-TW" altLang="en-US" sz="1400" b="1" kern="1200" dirty="0"/>
        </a:p>
      </dsp:txBody>
      <dsp:txXfrm>
        <a:off x="7611277" y="4426635"/>
        <a:ext cx="1973112" cy="321462"/>
      </dsp:txXfrm>
    </dsp:sp>
    <dsp:sp modelId="{0A4EFB6A-3300-493D-80B1-567F3720B574}">
      <dsp:nvSpPr>
        <dsp:cNvPr id="0" name=""/>
        <dsp:cNvSpPr/>
      </dsp:nvSpPr>
      <dsp:spPr>
        <a:xfrm>
          <a:off x="9795268" y="4426635"/>
          <a:ext cx="1718243" cy="321462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b="1" i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.</a:t>
          </a:r>
          <a:r>
            <a:rPr lang="en-US" altLang="zh-TW" sz="1400" b="1" i="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sort_values</a:t>
          </a:r>
          <a:r>
            <a:rPr lang="en-US" altLang="zh-TW" sz="1400" b="1" i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(“</a:t>
          </a:r>
          <a:r>
            <a:rPr lang="zh-CN" altLang="en-US" sz="1400" b="1" i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欄位</a:t>
          </a:r>
          <a:r>
            <a:rPr lang="en-US" altLang="zh-CN" sz="1400" b="1" i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”,ascending=False)</a:t>
          </a:r>
          <a:endParaRPr lang="zh-TW" altLang="en-US" sz="1400" b="1" i="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9795268" y="4426635"/>
        <a:ext cx="1718243" cy="321462"/>
      </dsp:txXfrm>
    </dsp:sp>
    <dsp:sp modelId="{4108B0E5-3168-4145-A2EE-B6C482495257}">
      <dsp:nvSpPr>
        <dsp:cNvPr id="0" name=""/>
        <dsp:cNvSpPr/>
      </dsp:nvSpPr>
      <dsp:spPr>
        <a:xfrm>
          <a:off x="5905591" y="5029376"/>
          <a:ext cx="1494806" cy="32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計算</a:t>
          </a:r>
          <a:endParaRPr lang="zh-TW" altLang="en-US" sz="1400" b="1" kern="1200" dirty="0"/>
        </a:p>
      </dsp:txBody>
      <dsp:txXfrm>
        <a:off x="5905591" y="5029376"/>
        <a:ext cx="1494806" cy="321462"/>
      </dsp:txXfrm>
    </dsp:sp>
    <dsp:sp modelId="{29078559-FA36-4C39-B4C3-76B7B997981E}">
      <dsp:nvSpPr>
        <dsp:cNvPr id="0" name=""/>
        <dsp:cNvSpPr/>
      </dsp:nvSpPr>
      <dsp:spPr>
        <a:xfrm>
          <a:off x="7611277" y="4828462"/>
          <a:ext cx="1973112" cy="321462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普通計算：</a:t>
          </a:r>
          <a:br>
            <a:rPr lang="en-US" altLang="zh-CN" sz="1400" b="1" kern="1200" dirty="0"/>
          </a:br>
          <a:r>
            <a:rPr lang="en-US" altLang="zh-CN" sz="1400" b="1" kern="1200" dirty="0"/>
            <a:t>Axis</a:t>
          </a:r>
          <a:r>
            <a:rPr lang="zh-CN" altLang="en-US" sz="1400" b="1" kern="1200" dirty="0"/>
            <a:t>，欄計算，列計算</a:t>
          </a:r>
          <a:endParaRPr lang="zh-TW" altLang="en-US" sz="1400" b="1" kern="1200" dirty="0"/>
        </a:p>
      </dsp:txBody>
      <dsp:txXfrm>
        <a:off x="7611277" y="4828462"/>
        <a:ext cx="1973112" cy="321462"/>
      </dsp:txXfrm>
    </dsp:sp>
    <dsp:sp modelId="{52F87042-8242-49A2-AF5F-CF960EAF18B1}">
      <dsp:nvSpPr>
        <dsp:cNvPr id="0" name=""/>
        <dsp:cNvSpPr/>
      </dsp:nvSpPr>
      <dsp:spPr>
        <a:xfrm>
          <a:off x="9795268" y="4828462"/>
          <a:ext cx="1719645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max</a:t>
          </a:r>
          <a:r>
            <a:rPr lang="zh-CN" altLang="en-US" sz="1400" b="1" kern="1200" dirty="0"/>
            <a:t>，</a:t>
          </a:r>
          <a:r>
            <a:rPr lang="en-US" altLang="zh-CN" sz="1400" b="1" kern="1200" dirty="0"/>
            <a:t>min</a:t>
          </a:r>
          <a:r>
            <a:rPr lang="zh-CN" altLang="en-US" sz="1400" b="1" kern="1200" dirty="0"/>
            <a:t>，</a:t>
          </a:r>
          <a:r>
            <a:rPr lang="en-US" altLang="zh-CN" sz="1400" b="1" kern="1200" dirty="0"/>
            <a:t>mean</a:t>
          </a:r>
          <a:r>
            <a:rPr lang="zh-CN" altLang="en-US" sz="1400" b="1" kern="1200" dirty="0"/>
            <a:t>，</a:t>
          </a:r>
          <a:r>
            <a:rPr lang="en-US" altLang="zh-CN" sz="1400" b="1" kern="1200" dirty="0"/>
            <a:t>sum, std</a:t>
          </a:r>
          <a:r>
            <a:rPr lang="zh-TW" altLang="zh-CN" sz="1400" b="1" kern="1200" dirty="0"/>
            <a:t>，</a:t>
          </a:r>
          <a:r>
            <a:rPr lang="en-US" altLang="zh-CN" sz="1400" b="1" kern="1200" dirty="0"/>
            <a:t>median</a:t>
          </a:r>
          <a:endParaRPr lang="zh-TW" altLang="en-US" sz="1400" b="1" kern="1200" dirty="0"/>
        </a:p>
      </dsp:txBody>
      <dsp:txXfrm>
        <a:off x="9795268" y="4828462"/>
        <a:ext cx="1719645" cy="321462"/>
      </dsp:txXfrm>
    </dsp:sp>
    <dsp:sp modelId="{DCFD5A5F-8DD0-4047-B62E-BB8724896401}">
      <dsp:nvSpPr>
        <dsp:cNvPr id="0" name=""/>
        <dsp:cNvSpPr/>
      </dsp:nvSpPr>
      <dsp:spPr>
        <a:xfrm>
          <a:off x="11725793" y="4828462"/>
          <a:ext cx="1570311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出現次數：</a:t>
          </a: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value_counts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11725793" y="4828462"/>
        <a:ext cx="1570311" cy="321462"/>
      </dsp:txXfrm>
    </dsp:sp>
    <dsp:sp modelId="{63CC58FB-8F38-451E-8314-235302411DF0}">
      <dsp:nvSpPr>
        <dsp:cNvPr id="0" name=""/>
        <dsp:cNvSpPr/>
      </dsp:nvSpPr>
      <dsp:spPr>
        <a:xfrm>
          <a:off x="7611277" y="5230290"/>
          <a:ext cx="1973112" cy="321462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進階計算：自訂映射</a:t>
          </a:r>
          <a:r>
            <a:rPr lang="zh-CN" altLang="en-US" sz="1200" b="1" kern="1200" dirty="0"/>
            <a:t>函數</a:t>
          </a:r>
          <a:endParaRPr lang="zh-TW" altLang="en-US" sz="1400" b="1" kern="1200" dirty="0"/>
        </a:p>
      </dsp:txBody>
      <dsp:txXfrm>
        <a:off x="7611277" y="5230290"/>
        <a:ext cx="1973112" cy="321462"/>
      </dsp:txXfrm>
    </dsp:sp>
    <dsp:sp modelId="{39716EE5-5A7F-49E7-A32B-A55A4AE9043E}">
      <dsp:nvSpPr>
        <dsp:cNvPr id="0" name=""/>
        <dsp:cNvSpPr/>
      </dsp:nvSpPr>
      <dsp:spPr>
        <a:xfrm>
          <a:off x="9795268" y="5230290"/>
          <a:ext cx="1719645" cy="321462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 err="1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map,applymap,apply</a:t>
          </a:r>
          <a:r>
            <a:rPr lang="zh-TW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迴圈計算</a:t>
          </a:r>
        </a:p>
      </dsp:txBody>
      <dsp:txXfrm>
        <a:off x="9795268" y="5230290"/>
        <a:ext cx="1719645" cy="321462"/>
      </dsp:txXfrm>
    </dsp:sp>
    <dsp:sp modelId="{54AA250F-D096-4BAE-841D-30508CD1B687}">
      <dsp:nvSpPr>
        <dsp:cNvPr id="0" name=""/>
        <dsp:cNvSpPr/>
      </dsp:nvSpPr>
      <dsp:spPr>
        <a:xfrm>
          <a:off x="11725793" y="5230290"/>
          <a:ext cx="1569605" cy="321462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表格標註重點</a:t>
          </a:r>
          <a:endParaRPr lang="zh-TW" altLang="en-US" sz="1400" b="1" kern="120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11725793" y="5230290"/>
        <a:ext cx="1569605" cy="321462"/>
      </dsp:txXfrm>
    </dsp:sp>
    <dsp:sp modelId="{CC5FAF37-A0C3-4540-A8E6-DE77FA694B65}">
      <dsp:nvSpPr>
        <dsp:cNvPr id="0" name=""/>
        <dsp:cNvSpPr/>
      </dsp:nvSpPr>
      <dsp:spPr>
        <a:xfrm>
          <a:off x="5905591" y="5833031"/>
          <a:ext cx="1494806" cy="32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分析</a:t>
          </a:r>
          <a:endParaRPr lang="zh-TW" altLang="en-US" sz="1400" b="1" kern="1200" dirty="0"/>
        </a:p>
      </dsp:txBody>
      <dsp:txXfrm>
        <a:off x="5905591" y="5833031"/>
        <a:ext cx="1494806" cy="321462"/>
      </dsp:txXfrm>
    </dsp:sp>
    <dsp:sp modelId="{C786B6A3-C068-4165-9A31-F2780D758C97}">
      <dsp:nvSpPr>
        <dsp:cNvPr id="0" name=""/>
        <dsp:cNvSpPr/>
      </dsp:nvSpPr>
      <dsp:spPr>
        <a:xfrm>
          <a:off x="7611277" y="5833031"/>
          <a:ext cx="1973112" cy="32146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交叉分析</a:t>
          </a:r>
          <a:endParaRPr lang="zh-TW" altLang="en-US" sz="1400" b="1" kern="1200" dirty="0"/>
        </a:p>
      </dsp:txBody>
      <dsp:txXfrm>
        <a:off x="7611277" y="5833031"/>
        <a:ext cx="1973112" cy="321462"/>
      </dsp:txXfrm>
    </dsp:sp>
    <dsp:sp modelId="{AF05E99C-78C5-42DB-9AF0-361050ADD78D}">
      <dsp:nvSpPr>
        <dsp:cNvPr id="0" name=""/>
        <dsp:cNvSpPr/>
      </dsp:nvSpPr>
      <dsp:spPr>
        <a:xfrm>
          <a:off x="9795268" y="5632118"/>
          <a:ext cx="1719645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 err="1"/>
            <a:t>groupby</a:t>
          </a:r>
          <a:r>
            <a:rPr lang="en-US" altLang="en-US" sz="1400" b="1" kern="1200" dirty="0"/>
            <a:t>...unstack</a:t>
          </a:r>
          <a:endParaRPr lang="zh-TW" altLang="en-US" sz="1400" b="1" kern="1200" dirty="0"/>
        </a:p>
      </dsp:txBody>
      <dsp:txXfrm>
        <a:off x="9795268" y="5632118"/>
        <a:ext cx="1719645" cy="321462"/>
      </dsp:txXfrm>
    </dsp:sp>
    <dsp:sp modelId="{D02B13C5-E79D-4E0C-93A8-E81DF923186B}">
      <dsp:nvSpPr>
        <dsp:cNvPr id="0" name=""/>
        <dsp:cNvSpPr/>
      </dsp:nvSpPr>
      <dsp:spPr>
        <a:xfrm>
          <a:off x="9795268" y="6033945"/>
          <a:ext cx="1719645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/>
            <a:t>pivot_table</a:t>
          </a:r>
          <a:endParaRPr lang="zh-TW" altLang="en-US" sz="1400" b="1" kern="1200" dirty="0"/>
        </a:p>
      </dsp:txBody>
      <dsp:txXfrm>
        <a:off x="9795268" y="6033945"/>
        <a:ext cx="1719645" cy="321462"/>
      </dsp:txXfrm>
    </dsp:sp>
    <dsp:sp modelId="{4C1D4385-EDA6-4C7D-A56A-9A9065402F2D}">
      <dsp:nvSpPr>
        <dsp:cNvPr id="0" name=""/>
        <dsp:cNvSpPr/>
      </dsp:nvSpPr>
      <dsp:spPr>
        <a:xfrm>
          <a:off x="5905591" y="6435773"/>
          <a:ext cx="1494806" cy="32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視覺化</a:t>
          </a:r>
          <a:endParaRPr lang="zh-TW" altLang="en-US" sz="1400" b="1" kern="1200" dirty="0"/>
        </a:p>
      </dsp:txBody>
      <dsp:txXfrm>
        <a:off x="5905591" y="6435773"/>
        <a:ext cx="1494806" cy="321462"/>
      </dsp:txXfrm>
    </dsp:sp>
    <dsp:sp modelId="{5D146025-CD47-40ED-8934-DC1E8F522247}">
      <dsp:nvSpPr>
        <dsp:cNvPr id="0" name=""/>
        <dsp:cNvSpPr/>
      </dsp:nvSpPr>
      <dsp:spPr>
        <a:xfrm>
          <a:off x="7611277" y="6234859"/>
          <a:ext cx="1972806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表格標註重點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611277" y="6234859"/>
        <a:ext cx="1972806" cy="321462"/>
      </dsp:txXfrm>
    </dsp:sp>
    <dsp:sp modelId="{9DA18C4F-1C2F-4CB6-973E-0DE6C31B7097}">
      <dsp:nvSpPr>
        <dsp:cNvPr id="0" name=""/>
        <dsp:cNvSpPr/>
      </dsp:nvSpPr>
      <dsp:spPr>
        <a:xfrm>
          <a:off x="7611277" y="6636687"/>
          <a:ext cx="1972806" cy="321462"/>
        </a:xfrm>
        <a:prstGeom prst="rect">
          <a:avLst/>
        </a:prstGeom>
        <a:solidFill>
          <a:srgbClr val="7030A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圖形視覺化</a:t>
          </a:r>
          <a:endParaRPr lang="zh-TW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7611277" y="6636687"/>
        <a:ext cx="1972806" cy="321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D0E13-F61F-4D89-8AAF-3DC00BAF8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F1625F-A3D9-4E03-B75D-5F1FA08C9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56A5E7-854B-49B6-854F-3875109AF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3BFF10-395F-466A-986F-C33CCC81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1A0910-0AE6-494A-B19E-0C894E55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00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D13726-2A2D-4CD3-881E-20BC7E5B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9FF802-40DE-4415-974E-92A2D7582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028557-0563-431D-9F6F-19710EEA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8D2FB1-0B93-47D9-AF9D-D80FA718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CB1A78-68A9-498D-ADA2-8EB7BE89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420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523AC5-1A5C-4FEC-A324-8D93BF99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412253-C78A-4E7C-92BB-A81E212D5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C29FE2-1336-40D0-A4EE-DF9926F8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4BF49-BCE9-4363-A11F-D105B7CE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38CA1F-CB9B-4388-A149-D8F98C3B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84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E0D57-82F5-4D71-9874-E351C377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5D3127-F9EB-4490-9355-839A451D8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A3760F-3601-47F4-8F6D-3C2D3785F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6981CD-1398-4710-8171-96BA3379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799701-14C5-4502-80F7-098363F1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4BB443-05D7-4D10-96EA-E35EA78E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79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14C4E-2137-43D2-B667-445BAC49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04C6AF-9BAA-4DCA-A926-720EB60AA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3C890A-867E-4F02-9F72-077A9F9A9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A701DE-696B-4BD5-A4AA-64474B157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04E9571-A2F0-42BD-A1AB-4ADBB7845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29665BA-BCEF-4409-A667-63034DF7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685825-DA97-488B-BF8B-ED0B77B0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8B4059F-FD3F-4801-A823-3B1FB815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37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ABBCA6-42BE-4622-9F2D-DCB92BB9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2DD5A8-984B-419C-9A89-2ED58284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E494403-5D53-46D5-983B-DC0542BF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7C12B4-8862-426A-8935-09F0E5A9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60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FAE7B2E-B27D-48C2-83EC-40B2C2DA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173938D-FFD6-4A97-939D-8387B82D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162C30-4908-4E10-BED1-0151BA37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727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D7B106-227D-4D7D-92CD-EBD8BBF10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9CEEF2-39F9-4F3A-B52E-19FB2EB9D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0FB855-74F0-47D9-9BA8-2E60E1AB5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E299BC-231E-44A2-AC77-FD703F39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4994EE-0DE8-47F7-A762-2D2651F0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38EC46-5B2A-445D-855E-E20042B2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530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64F861-B9D5-4075-97E6-E8D0E827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2104498-1B79-4206-9D02-81709CECC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5DCD90-D599-4F8E-B488-C2EC2B0B4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05088C-15E0-41DB-AE2A-8EA79885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5AE46E-9895-44BA-B6CF-83558361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5C3C4E-7404-4735-83A2-5FDFDA3E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8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24150-13DE-42EC-BE5A-5B9976D0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7DD6ED-5EB5-4910-BA7F-4FEBFB2B8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6EA3F5-4631-447A-8CC3-66934DD4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0897DD-FFC3-4AB1-9CA7-31CEB7053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5BC094-3F3C-483E-AA3C-5EE26B03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89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ACD9DF6-FF88-454C-B0D2-DBDB59C0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78EC38-AA35-470E-8353-4977C7B5C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796095-6960-4C3B-8AC5-3CFA3091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467C33-9B1C-442C-9B6A-A4EEECEF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BECC7-0B7A-4544-9EA1-23389E61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73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FDBEE1-699F-4866-9D80-8DF7B761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D8B42D-CD83-4869-848F-D435476D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7F7D8D-F2BC-452D-86CD-9D0AAEF0B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73483-E637-4161-B4F0-0AB90741EA37}" type="datetimeFigureOut">
              <a:rPr lang="zh-TW" altLang="en-US" smtClean="0"/>
              <a:t>2023/3/30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41765E-8C24-416C-B66D-5066AE6F4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AF60EF-A080-44BC-ABD8-408A2C748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06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F2EB51D2-E32A-4338-B0F6-CB6464ECF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095099"/>
              </p:ext>
            </p:extLst>
          </p:nvPr>
        </p:nvGraphicFramePr>
        <p:xfrm>
          <a:off x="-1828800" y="0"/>
          <a:ext cx="17404080" cy="696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56C3A800-5302-40BD-BDC8-41D6EEFEF84E}"/>
              </a:ext>
            </a:extLst>
          </p:cNvPr>
          <p:cNvSpPr txBox="1"/>
          <p:nvPr/>
        </p:nvSpPr>
        <p:spPr>
          <a:xfrm>
            <a:off x="10622340" y="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陳擎文教學網</a:t>
            </a:r>
            <a:endParaRPr lang="zh-TW" altLang="en-US" sz="1400" dirty="0"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321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192</Words>
  <Application>Microsoft Office PowerPoint</Application>
  <PresentationFormat>寬螢幕</PresentationFormat>
  <Paragraphs>45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Adobe 黑体 Std R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ccwtsu@outlook.com</dc:creator>
  <cp:lastModifiedBy>ccwtsu@outlook.com</cp:lastModifiedBy>
  <cp:revision>22</cp:revision>
  <dcterms:created xsi:type="dcterms:W3CDTF">2023-03-05T03:42:16Z</dcterms:created>
  <dcterms:modified xsi:type="dcterms:W3CDTF">2023-03-30T05:47:50Z</dcterms:modified>
</cp:coreProperties>
</file>