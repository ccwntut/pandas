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3" d="100"/>
          <a:sy n="63" d="100"/>
        </p:scale>
        <p:origin x="4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D48CBC-34CB-4DD7-ACA2-8F1760AC4EC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3B7635BC-4AB5-43DA-B615-7AE0C1CA63CB}">
      <dgm:prSet phldrT="[文字]"/>
      <dgm:spPr/>
      <dgm:t>
        <a:bodyPr/>
        <a:lstStyle/>
        <a:p>
          <a:r>
            <a:rPr lang="en-US" altLang="zh-CN" b="1" dirty="0"/>
            <a:t>pandas</a:t>
          </a:r>
          <a:endParaRPr lang="zh-TW" altLang="en-US" b="1" dirty="0"/>
        </a:p>
      </dgm:t>
    </dgm:pt>
    <dgm:pt modelId="{FCCA2600-46CC-4484-B1C3-7C533227BB4C}" type="parTrans" cxnId="{18686C6C-CF13-4D60-A6A0-EC57EA99043F}">
      <dgm:prSet/>
      <dgm:spPr/>
      <dgm:t>
        <a:bodyPr/>
        <a:lstStyle/>
        <a:p>
          <a:endParaRPr lang="zh-TW" altLang="en-US" b="1"/>
        </a:p>
      </dgm:t>
    </dgm:pt>
    <dgm:pt modelId="{F4577074-422E-4070-9211-AD9077305B66}" type="sibTrans" cxnId="{18686C6C-CF13-4D60-A6A0-EC57EA99043F}">
      <dgm:prSet/>
      <dgm:spPr/>
      <dgm:t>
        <a:bodyPr/>
        <a:lstStyle/>
        <a:p>
          <a:endParaRPr lang="zh-TW" altLang="en-US" b="1"/>
        </a:p>
      </dgm:t>
    </dgm:pt>
    <dgm:pt modelId="{048FAC4E-E750-4815-8375-F5688B1AA4E6}">
      <dgm:prSet phldrT="[文字]"/>
      <dgm:spPr/>
      <dgm:t>
        <a:bodyPr/>
        <a:lstStyle/>
        <a:p>
          <a:r>
            <a:rPr lang="zh-CN" altLang="en-US" b="1" dirty="0"/>
            <a:t>新增</a:t>
          </a:r>
          <a:endParaRPr lang="zh-TW" altLang="en-US" b="1" dirty="0"/>
        </a:p>
      </dgm:t>
    </dgm:pt>
    <dgm:pt modelId="{B3F1924A-75F4-451C-AFBC-F5A596FAD44C}" type="parTrans" cxnId="{BFE9DDA1-3FCE-409A-8A89-8B1C44685D21}">
      <dgm:prSet/>
      <dgm:spPr/>
      <dgm:t>
        <a:bodyPr/>
        <a:lstStyle/>
        <a:p>
          <a:endParaRPr lang="zh-TW" altLang="en-US" b="1"/>
        </a:p>
      </dgm:t>
    </dgm:pt>
    <dgm:pt modelId="{3A485091-F3DD-4879-B0EE-FC4A9D9D67FF}" type="sibTrans" cxnId="{BFE9DDA1-3FCE-409A-8A89-8B1C44685D21}">
      <dgm:prSet/>
      <dgm:spPr/>
      <dgm:t>
        <a:bodyPr/>
        <a:lstStyle/>
        <a:p>
          <a:endParaRPr lang="zh-TW" altLang="en-US" b="1"/>
        </a:p>
      </dgm:t>
    </dgm:pt>
    <dgm:pt modelId="{953A691B-B284-4A98-BDA9-687FFED5CF84}">
      <dgm:prSet phldrT="[文字]"/>
      <dgm:spPr/>
      <dgm:t>
        <a:bodyPr/>
        <a:lstStyle/>
        <a:p>
          <a:r>
            <a:rPr lang="zh-CN" altLang="en-US" b="1" dirty="0"/>
            <a:t>修改</a:t>
          </a:r>
          <a:endParaRPr lang="zh-TW" altLang="en-US" b="1" dirty="0"/>
        </a:p>
      </dgm:t>
    </dgm:pt>
    <dgm:pt modelId="{BED471F0-BC73-41F0-B09D-BBE36FB3EF16}" type="parTrans" cxnId="{396769C6-FFC8-4DA9-AD9B-6865EBBDF2B2}">
      <dgm:prSet/>
      <dgm:spPr/>
      <dgm:t>
        <a:bodyPr/>
        <a:lstStyle/>
        <a:p>
          <a:endParaRPr lang="zh-TW" altLang="en-US" b="1"/>
        </a:p>
      </dgm:t>
    </dgm:pt>
    <dgm:pt modelId="{ECF5D02D-0C79-4521-8B71-CED76041641A}" type="sibTrans" cxnId="{396769C6-FFC8-4DA9-AD9B-6865EBBDF2B2}">
      <dgm:prSet/>
      <dgm:spPr/>
      <dgm:t>
        <a:bodyPr/>
        <a:lstStyle/>
        <a:p>
          <a:endParaRPr lang="zh-TW" altLang="en-US" b="1"/>
        </a:p>
      </dgm:t>
    </dgm:pt>
    <dgm:pt modelId="{7E0F5EA2-EB20-40C6-BEA0-01E54BDD93A0}">
      <dgm:prSet phldrT="[文字]"/>
      <dgm:spPr/>
      <dgm:t>
        <a:bodyPr/>
        <a:lstStyle/>
        <a:p>
          <a:r>
            <a:rPr lang="zh-CN" altLang="en-US" b="1" dirty="0"/>
            <a:t>刪除</a:t>
          </a:r>
          <a:endParaRPr lang="zh-TW" altLang="en-US" b="1" dirty="0"/>
        </a:p>
      </dgm:t>
    </dgm:pt>
    <dgm:pt modelId="{CABA5573-8458-48E1-B733-9EBC37EE0FA2}" type="parTrans" cxnId="{E0213B2E-9AF6-46C1-8A7C-206696A5130A}">
      <dgm:prSet/>
      <dgm:spPr/>
      <dgm:t>
        <a:bodyPr/>
        <a:lstStyle/>
        <a:p>
          <a:endParaRPr lang="zh-TW" altLang="en-US" b="1"/>
        </a:p>
      </dgm:t>
    </dgm:pt>
    <dgm:pt modelId="{376F132C-5108-4DCF-8C01-9A1820953D6A}" type="sibTrans" cxnId="{E0213B2E-9AF6-46C1-8A7C-206696A5130A}">
      <dgm:prSet/>
      <dgm:spPr/>
      <dgm:t>
        <a:bodyPr/>
        <a:lstStyle/>
        <a:p>
          <a:endParaRPr lang="zh-TW" altLang="en-US" b="1"/>
        </a:p>
      </dgm:t>
    </dgm:pt>
    <dgm:pt modelId="{8BF80CAF-B826-4309-BEAA-98E422376143}">
      <dgm:prSet phldrT="[文字]"/>
      <dgm:spPr/>
      <dgm:t>
        <a:bodyPr/>
        <a:lstStyle/>
        <a:p>
          <a:r>
            <a:rPr lang="zh-CN" altLang="en-US" b="1" dirty="0"/>
            <a:t>查詢</a:t>
          </a:r>
          <a:endParaRPr lang="zh-TW" altLang="en-US" b="1" dirty="0"/>
        </a:p>
      </dgm:t>
    </dgm:pt>
    <dgm:pt modelId="{AD8E8B44-FFC4-427E-B5BF-160C667E4036}" type="parTrans" cxnId="{C670D610-B4E8-451A-A35F-DECF328F744B}">
      <dgm:prSet/>
      <dgm:spPr/>
      <dgm:t>
        <a:bodyPr/>
        <a:lstStyle/>
        <a:p>
          <a:endParaRPr lang="zh-TW" altLang="en-US" b="1"/>
        </a:p>
      </dgm:t>
    </dgm:pt>
    <dgm:pt modelId="{6152CD14-8260-4C7C-B145-46794ED97815}" type="sibTrans" cxnId="{C670D610-B4E8-451A-A35F-DECF328F744B}">
      <dgm:prSet/>
      <dgm:spPr/>
      <dgm:t>
        <a:bodyPr/>
        <a:lstStyle/>
        <a:p>
          <a:endParaRPr lang="zh-TW" altLang="en-US" b="1"/>
        </a:p>
      </dgm:t>
    </dgm:pt>
    <dgm:pt modelId="{E50B7DFA-B3EE-4E6A-BBF2-18192D34034E}">
      <dgm:prSet/>
      <dgm:spPr>
        <a:solidFill>
          <a:srgbClr val="FF0000"/>
        </a:solidFill>
      </dgm:spPr>
      <dgm:t>
        <a:bodyPr/>
        <a:lstStyle/>
        <a:p>
          <a:r>
            <a:rPr lang="zh-CN" altLang="en-US" b="1" dirty="0"/>
            <a:t>查詢</a:t>
          </a:r>
          <a:endParaRPr lang="zh-TW" altLang="en-US" b="1" dirty="0"/>
        </a:p>
      </dgm:t>
    </dgm:pt>
    <dgm:pt modelId="{FD4FCEB3-C095-4897-A937-1D043414C7C2}" type="parTrans" cxnId="{575FD36F-942B-474D-B35C-2331383D26B2}">
      <dgm:prSet/>
      <dgm:spPr/>
      <dgm:t>
        <a:bodyPr/>
        <a:lstStyle/>
        <a:p>
          <a:endParaRPr lang="zh-TW" altLang="en-US" b="1"/>
        </a:p>
      </dgm:t>
    </dgm:pt>
    <dgm:pt modelId="{66A65296-7321-4AC9-9911-5332DDF07DC6}" type="sibTrans" cxnId="{575FD36F-942B-474D-B35C-2331383D26B2}">
      <dgm:prSet/>
      <dgm:spPr/>
      <dgm:t>
        <a:bodyPr/>
        <a:lstStyle/>
        <a:p>
          <a:endParaRPr lang="zh-TW" altLang="en-US" b="1"/>
        </a:p>
      </dgm:t>
    </dgm:pt>
    <dgm:pt modelId="{7E85E0F5-F460-4656-804F-0C434BB1982C}">
      <dgm:prSet/>
      <dgm:spPr>
        <a:solidFill>
          <a:srgbClr val="FF0000"/>
        </a:solidFill>
      </dgm:spPr>
      <dgm:t>
        <a:bodyPr/>
        <a:lstStyle/>
        <a:p>
          <a:r>
            <a:rPr lang="zh-CN" altLang="en-US" b="1" dirty="0"/>
            <a:t>計算</a:t>
          </a:r>
          <a:endParaRPr lang="zh-TW" altLang="en-US" b="1" dirty="0"/>
        </a:p>
      </dgm:t>
    </dgm:pt>
    <dgm:pt modelId="{50E35B8C-D04B-40C5-A582-4DFBC7E6A2B3}" type="parTrans" cxnId="{C6178E57-EA7B-4077-B5B1-B1266D542AC7}">
      <dgm:prSet/>
      <dgm:spPr/>
      <dgm:t>
        <a:bodyPr/>
        <a:lstStyle/>
        <a:p>
          <a:endParaRPr lang="zh-TW" altLang="en-US" b="1"/>
        </a:p>
      </dgm:t>
    </dgm:pt>
    <dgm:pt modelId="{A7E9DDBE-B5E4-4FE6-B968-AF37281CFAC1}" type="sibTrans" cxnId="{C6178E57-EA7B-4077-B5B1-B1266D542AC7}">
      <dgm:prSet/>
      <dgm:spPr/>
      <dgm:t>
        <a:bodyPr/>
        <a:lstStyle/>
        <a:p>
          <a:endParaRPr lang="zh-TW" altLang="en-US" b="1"/>
        </a:p>
      </dgm:t>
    </dgm:pt>
    <dgm:pt modelId="{909CE71E-BF86-47D3-B7D9-8393AFDEB116}">
      <dgm:prSet/>
      <dgm:spPr>
        <a:solidFill>
          <a:srgbClr val="FF0000"/>
        </a:solidFill>
      </dgm:spPr>
      <dgm:t>
        <a:bodyPr/>
        <a:lstStyle/>
        <a:p>
          <a:r>
            <a:rPr lang="zh-CN" altLang="en-US" b="1" dirty="0"/>
            <a:t>分析</a:t>
          </a:r>
          <a:endParaRPr lang="zh-TW" altLang="en-US" b="1" dirty="0"/>
        </a:p>
      </dgm:t>
    </dgm:pt>
    <dgm:pt modelId="{8592EC3B-68A6-4FF0-9D3B-F138FFC73021}" type="parTrans" cxnId="{DF44583E-A966-4B0B-A1FA-981A9A48B4EA}">
      <dgm:prSet/>
      <dgm:spPr/>
      <dgm:t>
        <a:bodyPr/>
        <a:lstStyle/>
        <a:p>
          <a:endParaRPr lang="zh-TW" altLang="en-US" b="1"/>
        </a:p>
      </dgm:t>
    </dgm:pt>
    <dgm:pt modelId="{00899B46-9E25-43BF-8979-0DFC2068013A}" type="sibTrans" cxnId="{DF44583E-A966-4B0B-A1FA-981A9A48B4EA}">
      <dgm:prSet/>
      <dgm:spPr/>
      <dgm:t>
        <a:bodyPr/>
        <a:lstStyle/>
        <a:p>
          <a:endParaRPr lang="zh-TW" altLang="en-US" b="1"/>
        </a:p>
      </dgm:t>
    </dgm:pt>
    <dgm:pt modelId="{88D2D553-B0D9-4314-B86F-F43D17FF881F}">
      <dgm:prSet/>
      <dgm:spPr>
        <a:solidFill>
          <a:srgbClr val="FF0000"/>
        </a:solidFill>
      </dgm:spPr>
      <dgm:t>
        <a:bodyPr/>
        <a:lstStyle/>
        <a:p>
          <a:r>
            <a:rPr lang="zh-CN" altLang="en-US" b="1" dirty="0"/>
            <a:t>視覺化</a:t>
          </a:r>
          <a:endParaRPr lang="zh-TW" altLang="en-US" b="1" dirty="0"/>
        </a:p>
      </dgm:t>
    </dgm:pt>
    <dgm:pt modelId="{F71969C0-988A-4227-BF5A-2C5F2C94B5E4}" type="parTrans" cxnId="{4336EA83-9D0E-4626-9C98-1D149249A853}">
      <dgm:prSet/>
      <dgm:spPr/>
      <dgm:t>
        <a:bodyPr/>
        <a:lstStyle/>
        <a:p>
          <a:endParaRPr lang="zh-TW" altLang="en-US" b="1"/>
        </a:p>
      </dgm:t>
    </dgm:pt>
    <dgm:pt modelId="{2EACAC09-0C65-4560-988A-2D6544A11F90}" type="sibTrans" cxnId="{4336EA83-9D0E-4626-9C98-1D149249A853}">
      <dgm:prSet/>
      <dgm:spPr/>
      <dgm:t>
        <a:bodyPr/>
        <a:lstStyle/>
        <a:p>
          <a:endParaRPr lang="zh-TW" altLang="en-US" b="1"/>
        </a:p>
      </dgm:t>
    </dgm:pt>
    <dgm:pt modelId="{51AA43FE-4441-4632-88DA-EB63C3B48E36}">
      <dgm:prSet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條件查詢</a:t>
          </a:r>
          <a:endParaRPr lang="zh-TW" altLang="en-US" b="1" dirty="0"/>
        </a:p>
      </dgm:t>
    </dgm:pt>
    <dgm:pt modelId="{9797AE37-5D14-48A6-82E7-31AEEC31F2E8}" type="parTrans" cxnId="{BB5D4D1B-1802-4261-8201-F496FCAA77CF}">
      <dgm:prSet/>
      <dgm:spPr/>
      <dgm:t>
        <a:bodyPr/>
        <a:lstStyle/>
        <a:p>
          <a:endParaRPr lang="zh-TW" altLang="en-US" b="1"/>
        </a:p>
      </dgm:t>
    </dgm:pt>
    <dgm:pt modelId="{BD8A8C20-355E-4C9D-BB04-EEBCEFF9F816}" type="sibTrans" cxnId="{BB5D4D1B-1802-4261-8201-F496FCAA77CF}">
      <dgm:prSet/>
      <dgm:spPr/>
      <dgm:t>
        <a:bodyPr/>
        <a:lstStyle/>
        <a:p>
          <a:endParaRPr lang="zh-TW" altLang="en-US" b="1"/>
        </a:p>
      </dgm:t>
    </dgm:pt>
    <dgm:pt modelId="{C9052A13-9250-440F-988B-F9E37D0E91EA}">
      <dgm:prSet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關鍵字查詢</a:t>
          </a:r>
          <a:endParaRPr lang="zh-TW" altLang="en-US" b="1" dirty="0"/>
        </a:p>
      </dgm:t>
    </dgm:pt>
    <dgm:pt modelId="{EE94BAEC-0BFB-4E00-A903-1E58F6C3201B}" type="parTrans" cxnId="{D332DCB6-2626-467D-AD0F-A75FA389C2A4}">
      <dgm:prSet/>
      <dgm:spPr/>
      <dgm:t>
        <a:bodyPr/>
        <a:lstStyle/>
        <a:p>
          <a:endParaRPr lang="zh-TW" altLang="en-US" b="1"/>
        </a:p>
      </dgm:t>
    </dgm:pt>
    <dgm:pt modelId="{AACE096E-1D48-4A23-BDB5-D6687DF1A409}" type="sibTrans" cxnId="{D332DCB6-2626-467D-AD0F-A75FA389C2A4}">
      <dgm:prSet/>
      <dgm:spPr/>
      <dgm:t>
        <a:bodyPr/>
        <a:lstStyle/>
        <a:p>
          <a:endParaRPr lang="zh-TW" altLang="en-US" b="1"/>
        </a:p>
      </dgm:t>
    </dgm:pt>
    <dgm:pt modelId="{592F663C-1C60-4BD2-A89E-FFFEEC4F5250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zh-CN" altLang="en-US" b="1" dirty="0"/>
            <a:t>新增欄位，新增列</a:t>
          </a:r>
          <a:endParaRPr lang="zh-TW" altLang="en-US" b="1" dirty="0"/>
        </a:p>
      </dgm:t>
    </dgm:pt>
    <dgm:pt modelId="{EF1A4C01-7394-4897-9B0D-D33E211A5F98}" type="parTrans" cxnId="{97BA1DBA-A691-49AA-A6CA-DACCE738B201}">
      <dgm:prSet/>
      <dgm:spPr/>
      <dgm:t>
        <a:bodyPr/>
        <a:lstStyle/>
        <a:p>
          <a:endParaRPr lang="zh-TW" altLang="en-US" b="1"/>
        </a:p>
      </dgm:t>
    </dgm:pt>
    <dgm:pt modelId="{18F0575B-77CC-46FA-B242-C5C750E51DF6}" type="sibTrans" cxnId="{97BA1DBA-A691-49AA-A6CA-DACCE738B201}">
      <dgm:prSet/>
      <dgm:spPr/>
      <dgm:t>
        <a:bodyPr/>
        <a:lstStyle/>
        <a:p>
          <a:endParaRPr lang="zh-TW" altLang="en-US" b="1"/>
        </a:p>
      </dgm:t>
    </dgm:pt>
    <dgm:pt modelId="{10C947B3-8AF7-4FB9-8018-D5A20C1BB67B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zh-CN" altLang="en-US" b="1" dirty="0"/>
            <a:t>資料合併</a:t>
          </a:r>
          <a:endParaRPr lang="zh-TW" altLang="en-US" b="1" dirty="0"/>
        </a:p>
      </dgm:t>
    </dgm:pt>
    <dgm:pt modelId="{6D6D2D8A-2858-4B68-B25C-921A9B236D0C}" type="parTrans" cxnId="{38CAC9C4-86E4-4338-9E4C-F77DB630C9C6}">
      <dgm:prSet/>
      <dgm:spPr/>
      <dgm:t>
        <a:bodyPr/>
        <a:lstStyle/>
        <a:p>
          <a:endParaRPr lang="zh-TW" altLang="en-US" b="1"/>
        </a:p>
      </dgm:t>
    </dgm:pt>
    <dgm:pt modelId="{4EF0C857-D183-4D98-ABFE-081190CAF9B7}" type="sibTrans" cxnId="{38CAC9C4-86E4-4338-9E4C-F77DB630C9C6}">
      <dgm:prSet/>
      <dgm:spPr/>
      <dgm:t>
        <a:bodyPr/>
        <a:lstStyle/>
        <a:p>
          <a:endParaRPr lang="zh-TW" altLang="en-US" b="1"/>
        </a:p>
      </dgm:t>
    </dgm:pt>
    <dgm:pt modelId="{8FD9D1B9-778F-4A24-8B04-1A58E61A465E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zh-CN" altLang="en-US" b="1" dirty="0"/>
            <a:t>修改欄位，修改列</a:t>
          </a:r>
          <a:endParaRPr lang="zh-TW" altLang="en-US" b="1" dirty="0"/>
        </a:p>
      </dgm:t>
    </dgm:pt>
    <dgm:pt modelId="{95345720-FEB3-42A1-AB79-8920AA93C57D}" type="parTrans" cxnId="{04A1F62B-2DD2-4CC2-8953-318A5222E70A}">
      <dgm:prSet/>
      <dgm:spPr/>
      <dgm:t>
        <a:bodyPr/>
        <a:lstStyle/>
        <a:p>
          <a:endParaRPr lang="zh-TW" altLang="en-US" b="1"/>
        </a:p>
      </dgm:t>
    </dgm:pt>
    <dgm:pt modelId="{72E13560-9C0B-4B36-9873-4101AB947B33}" type="sibTrans" cxnId="{04A1F62B-2DD2-4CC2-8953-318A5222E70A}">
      <dgm:prSet/>
      <dgm:spPr/>
      <dgm:t>
        <a:bodyPr/>
        <a:lstStyle/>
        <a:p>
          <a:endParaRPr lang="zh-TW" altLang="en-US" b="1"/>
        </a:p>
      </dgm:t>
    </dgm:pt>
    <dgm:pt modelId="{96D20432-03DD-4506-98EE-F73EF6B2D70B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zh-CN" altLang="en-US" b="1" dirty="0"/>
            <a:t>修改缺值</a:t>
          </a:r>
          <a:endParaRPr lang="zh-TW" altLang="en-US" b="1" dirty="0"/>
        </a:p>
      </dgm:t>
    </dgm:pt>
    <dgm:pt modelId="{618033E5-E257-4132-B76A-B30BBE600BD7}" type="parTrans" cxnId="{C2E7B929-33FF-4FE4-BBA1-DEA66A480D8B}">
      <dgm:prSet/>
      <dgm:spPr/>
      <dgm:t>
        <a:bodyPr/>
        <a:lstStyle/>
        <a:p>
          <a:endParaRPr lang="zh-TW" altLang="en-US" b="1"/>
        </a:p>
      </dgm:t>
    </dgm:pt>
    <dgm:pt modelId="{F83E32CC-EC30-4588-8BC5-B0EF0B6D0117}" type="sibTrans" cxnId="{C2E7B929-33FF-4FE4-BBA1-DEA66A480D8B}">
      <dgm:prSet/>
      <dgm:spPr/>
      <dgm:t>
        <a:bodyPr/>
        <a:lstStyle/>
        <a:p>
          <a:endParaRPr lang="zh-TW" altLang="en-US" b="1"/>
        </a:p>
      </dgm:t>
    </dgm:pt>
    <dgm:pt modelId="{4E866EB2-820A-44B7-8F1A-2979536024BA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zh-CN" altLang="en-US" b="1" dirty="0"/>
            <a:t>刪除欄位，刪除列</a:t>
          </a:r>
          <a:endParaRPr lang="zh-TW" altLang="en-US" b="1" dirty="0"/>
        </a:p>
      </dgm:t>
    </dgm:pt>
    <dgm:pt modelId="{C6F82799-3528-41AF-9317-924E30230F61}" type="parTrans" cxnId="{490E277B-C8E3-4A6A-B976-3396F74A2AA2}">
      <dgm:prSet/>
      <dgm:spPr/>
      <dgm:t>
        <a:bodyPr/>
        <a:lstStyle/>
        <a:p>
          <a:endParaRPr lang="zh-TW" altLang="en-US" b="1"/>
        </a:p>
      </dgm:t>
    </dgm:pt>
    <dgm:pt modelId="{08FA48FE-D549-4359-889B-E69CBE7DAE2B}" type="sibTrans" cxnId="{490E277B-C8E3-4A6A-B976-3396F74A2AA2}">
      <dgm:prSet/>
      <dgm:spPr/>
      <dgm:t>
        <a:bodyPr/>
        <a:lstStyle/>
        <a:p>
          <a:endParaRPr lang="zh-TW" altLang="en-US" b="1"/>
        </a:p>
      </dgm:t>
    </dgm:pt>
    <dgm:pt modelId="{2BC1157E-1196-49FB-A315-F17A505E6F7B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zh-CN" altLang="en-US" b="1" dirty="0"/>
            <a:t>刪除缺值</a:t>
          </a:r>
          <a:endParaRPr lang="zh-TW" altLang="en-US" b="1" dirty="0"/>
        </a:p>
      </dgm:t>
    </dgm:pt>
    <dgm:pt modelId="{4CD3F8B9-1638-46ED-8F80-18ADE73371BA}" type="parTrans" cxnId="{E0FA04D3-52D7-4CD7-8BE8-8F015A1EF6BB}">
      <dgm:prSet/>
      <dgm:spPr/>
      <dgm:t>
        <a:bodyPr/>
        <a:lstStyle/>
        <a:p>
          <a:endParaRPr lang="zh-TW" altLang="en-US" b="1"/>
        </a:p>
      </dgm:t>
    </dgm:pt>
    <dgm:pt modelId="{DEBCCF11-CBAF-4B77-978C-0238D68EE295}" type="sibTrans" cxnId="{E0FA04D3-52D7-4CD7-8BE8-8F015A1EF6BB}">
      <dgm:prSet/>
      <dgm:spPr/>
      <dgm:t>
        <a:bodyPr/>
        <a:lstStyle/>
        <a:p>
          <a:endParaRPr lang="zh-TW" altLang="en-US" b="1"/>
        </a:p>
      </dgm:t>
    </dgm:pt>
    <dgm:pt modelId="{88C5FA47-C2F6-4F2C-B587-29B486C70EDA}">
      <dgm:prSet/>
      <dgm:spPr>
        <a:solidFill>
          <a:srgbClr val="7030A0"/>
        </a:solidFill>
      </dgm:spPr>
      <dgm:t>
        <a:bodyPr/>
        <a:lstStyle/>
        <a:p>
          <a:r>
            <a:rPr lang="en-US" b="1" i="0" dirty="0"/>
            <a:t>.</a:t>
          </a:r>
          <a:r>
            <a:rPr lang="en-US" b="1" i="0" dirty="0" err="1"/>
            <a:t>str.contains</a:t>
          </a:r>
          <a:r>
            <a:rPr lang="en-US" b="1" i="0" dirty="0"/>
            <a:t>()</a:t>
          </a:r>
          <a:endParaRPr lang="zh-TW" altLang="en-US" b="1" dirty="0"/>
        </a:p>
      </dgm:t>
    </dgm:pt>
    <dgm:pt modelId="{E72A1C2F-6DD0-42B6-BE12-18EF30927D8F}" type="parTrans" cxnId="{2AC3571D-3191-48E4-8042-7E33992EDE77}">
      <dgm:prSet/>
      <dgm:spPr/>
      <dgm:t>
        <a:bodyPr/>
        <a:lstStyle/>
        <a:p>
          <a:endParaRPr lang="zh-TW" altLang="en-US" b="1"/>
        </a:p>
      </dgm:t>
    </dgm:pt>
    <dgm:pt modelId="{0F527C9D-EA5A-45F6-A84E-745EE5A36798}" type="sibTrans" cxnId="{2AC3571D-3191-48E4-8042-7E33992EDE77}">
      <dgm:prSet/>
      <dgm:spPr/>
      <dgm:t>
        <a:bodyPr/>
        <a:lstStyle/>
        <a:p>
          <a:endParaRPr lang="zh-TW" altLang="en-US" b="1"/>
        </a:p>
      </dgm:t>
    </dgm:pt>
    <dgm:pt modelId="{F5F98026-38D1-49B1-A08D-728D2876CDF6}">
      <dgm:prSet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交叉分析表</a:t>
          </a:r>
          <a:endParaRPr lang="zh-TW" altLang="en-US" b="1" dirty="0"/>
        </a:p>
      </dgm:t>
    </dgm:pt>
    <dgm:pt modelId="{0D2DE31D-066E-4A99-8072-A460DE831406}" type="parTrans" cxnId="{8F8D5337-E12F-448A-BAB3-50986C8537C8}">
      <dgm:prSet/>
      <dgm:spPr/>
      <dgm:t>
        <a:bodyPr/>
        <a:lstStyle/>
        <a:p>
          <a:endParaRPr lang="zh-TW" altLang="en-US" b="1"/>
        </a:p>
      </dgm:t>
    </dgm:pt>
    <dgm:pt modelId="{4E52BA67-5B6A-4174-8990-CD0166B18E54}" type="sibTrans" cxnId="{8F8D5337-E12F-448A-BAB3-50986C8537C8}">
      <dgm:prSet/>
      <dgm:spPr/>
      <dgm:t>
        <a:bodyPr/>
        <a:lstStyle/>
        <a:p>
          <a:endParaRPr lang="zh-TW" altLang="en-US" b="1"/>
        </a:p>
      </dgm:t>
    </dgm:pt>
    <dgm:pt modelId="{9C993554-6543-414C-9EA2-D677117D1E0C}">
      <dgm:prSet/>
      <dgm:spPr>
        <a:solidFill>
          <a:srgbClr val="C00000"/>
        </a:solidFill>
      </dgm:spPr>
      <dgm:t>
        <a:bodyPr/>
        <a:lstStyle/>
        <a:p>
          <a:r>
            <a:rPr lang="en-US" altLang="zh-CN" b="1" dirty="0"/>
            <a:t>Axis</a:t>
          </a:r>
          <a:r>
            <a:rPr lang="zh-CN" altLang="en-US" b="1" dirty="0"/>
            <a:t>，欄計算，</a:t>
          </a:r>
          <a:br>
            <a:rPr lang="en-US" altLang="zh-CN" b="1" dirty="0"/>
          </a:br>
          <a:r>
            <a:rPr lang="zh-CN" altLang="en-US" b="1" dirty="0"/>
            <a:t>列計算</a:t>
          </a:r>
          <a:endParaRPr lang="zh-TW" altLang="en-US" b="1" dirty="0"/>
        </a:p>
      </dgm:t>
    </dgm:pt>
    <dgm:pt modelId="{CD17E10C-C605-4E9F-92A9-941977F01C73}" type="parTrans" cxnId="{863A26E2-5BF1-4ABD-8151-24465445F55E}">
      <dgm:prSet/>
      <dgm:spPr/>
      <dgm:t>
        <a:bodyPr/>
        <a:lstStyle/>
        <a:p>
          <a:endParaRPr lang="zh-TW" altLang="en-US" b="1"/>
        </a:p>
      </dgm:t>
    </dgm:pt>
    <dgm:pt modelId="{1081036A-F18B-4588-80E6-BBE29AE452EB}" type="sibTrans" cxnId="{863A26E2-5BF1-4ABD-8151-24465445F55E}">
      <dgm:prSet/>
      <dgm:spPr/>
      <dgm:t>
        <a:bodyPr/>
        <a:lstStyle/>
        <a:p>
          <a:endParaRPr lang="zh-TW" altLang="en-US" b="1"/>
        </a:p>
      </dgm:t>
    </dgm:pt>
    <dgm:pt modelId="{B43370F6-5DB6-48E7-9BE5-BE1E2C52060D}">
      <dgm:prSet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排序查詢</a:t>
          </a:r>
          <a:endParaRPr lang="zh-TW" altLang="en-US" b="1" dirty="0"/>
        </a:p>
      </dgm:t>
    </dgm:pt>
    <dgm:pt modelId="{8D087674-D0D0-4F80-B80E-FAA76746B48A}" type="parTrans" cxnId="{6949EE32-8AB5-40AF-A1D6-5B5C1F3F1BB9}">
      <dgm:prSet/>
      <dgm:spPr/>
      <dgm:t>
        <a:bodyPr/>
        <a:lstStyle/>
        <a:p>
          <a:endParaRPr lang="zh-TW" altLang="en-US"/>
        </a:p>
      </dgm:t>
    </dgm:pt>
    <dgm:pt modelId="{A83A45A3-6DB3-4C8C-B251-6072A16C84E5}" type="sibTrans" cxnId="{6949EE32-8AB5-40AF-A1D6-5B5C1F3F1BB9}">
      <dgm:prSet/>
      <dgm:spPr/>
      <dgm:t>
        <a:bodyPr/>
        <a:lstStyle/>
        <a:p>
          <a:endParaRPr lang="zh-TW" altLang="en-US"/>
        </a:p>
      </dgm:t>
    </dgm:pt>
    <dgm:pt modelId="{692E34A9-B1A3-464F-917B-3D849BC36261}">
      <dgm:prSet/>
      <dgm:spPr>
        <a:solidFill>
          <a:srgbClr val="7030A0"/>
        </a:solidFill>
      </dgm:spPr>
      <dgm:t>
        <a:bodyPr/>
        <a:lstStyle/>
        <a:p>
          <a:r>
            <a:rPr lang="zh-CN" altLang="en-US" b="1" dirty="0"/>
            <a:t>二步驟條件查詢</a:t>
          </a:r>
          <a:endParaRPr lang="zh-TW" altLang="en-US" b="1" dirty="0"/>
        </a:p>
      </dgm:t>
    </dgm:pt>
    <dgm:pt modelId="{EED46F4B-E8DD-4390-934F-FA87BE5D1D1F}" type="parTrans" cxnId="{2A8C0B18-1FA0-4482-B9E9-69D67C0E6F1B}">
      <dgm:prSet/>
      <dgm:spPr/>
      <dgm:t>
        <a:bodyPr/>
        <a:lstStyle/>
        <a:p>
          <a:endParaRPr lang="zh-TW" altLang="en-US"/>
        </a:p>
      </dgm:t>
    </dgm:pt>
    <dgm:pt modelId="{CD6C1A4D-A452-452B-A229-AA010ADAAC2A}" type="sibTrans" cxnId="{2A8C0B18-1FA0-4482-B9E9-69D67C0E6F1B}">
      <dgm:prSet/>
      <dgm:spPr/>
      <dgm:t>
        <a:bodyPr/>
        <a:lstStyle/>
        <a:p>
          <a:endParaRPr lang="zh-TW" altLang="en-US"/>
        </a:p>
      </dgm:t>
    </dgm:pt>
    <dgm:pt modelId="{CB2855E3-1077-4AAA-AC0B-B4818CE62ADC}">
      <dgm:prSet/>
      <dgm:spPr>
        <a:solidFill>
          <a:srgbClr val="7030A0"/>
        </a:solidFill>
      </dgm:spPr>
      <dgm:t>
        <a:bodyPr/>
        <a:lstStyle/>
        <a:p>
          <a:r>
            <a:rPr lang="en-US" altLang="zh-CN" b="1" dirty="0" err="1"/>
            <a:t>Df.query</a:t>
          </a:r>
          <a:r>
            <a:rPr lang="en-US" altLang="zh-CN" b="1" dirty="0"/>
            <a:t>()</a:t>
          </a:r>
          <a:endParaRPr lang="zh-TW" altLang="en-US" b="1" dirty="0"/>
        </a:p>
      </dgm:t>
    </dgm:pt>
    <dgm:pt modelId="{260CA2B2-64B4-4740-A391-CE188E26B2DF}" type="parTrans" cxnId="{C71788FB-FBB9-458A-BBDF-DC1154DC0D0E}">
      <dgm:prSet/>
      <dgm:spPr/>
      <dgm:t>
        <a:bodyPr/>
        <a:lstStyle/>
        <a:p>
          <a:endParaRPr lang="zh-TW" altLang="en-US"/>
        </a:p>
      </dgm:t>
    </dgm:pt>
    <dgm:pt modelId="{DDDA2CC6-8108-45A7-93C6-8202CEBCA6BA}" type="sibTrans" cxnId="{C71788FB-FBB9-458A-BBDF-DC1154DC0D0E}">
      <dgm:prSet/>
      <dgm:spPr/>
      <dgm:t>
        <a:bodyPr/>
        <a:lstStyle/>
        <a:p>
          <a:endParaRPr lang="zh-TW" altLang="en-US"/>
        </a:p>
      </dgm:t>
    </dgm:pt>
    <dgm:pt modelId="{593A0B31-39D1-472B-BFB9-79B329F6642F}">
      <dgm:prSet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儲存格計算</a:t>
          </a:r>
          <a:endParaRPr lang="zh-TW" altLang="en-US" b="1" dirty="0"/>
        </a:p>
      </dgm:t>
    </dgm:pt>
    <dgm:pt modelId="{5A53E972-9F49-4291-B150-5B751608CC5C}" type="parTrans" cxnId="{27C24DB4-170E-4F46-B56E-831634DE3156}">
      <dgm:prSet/>
      <dgm:spPr/>
      <dgm:t>
        <a:bodyPr/>
        <a:lstStyle/>
        <a:p>
          <a:endParaRPr lang="zh-TW" altLang="en-US"/>
        </a:p>
      </dgm:t>
    </dgm:pt>
    <dgm:pt modelId="{AF6ADC8D-0685-4B5C-AE74-38D8B6E4C752}" type="sibTrans" cxnId="{27C24DB4-170E-4F46-B56E-831634DE3156}">
      <dgm:prSet/>
      <dgm:spPr/>
      <dgm:t>
        <a:bodyPr/>
        <a:lstStyle/>
        <a:p>
          <a:endParaRPr lang="zh-TW" altLang="en-US"/>
        </a:p>
      </dgm:t>
    </dgm:pt>
    <dgm:pt modelId="{86EFB58A-AB37-463E-BD85-B8702165B454}">
      <dgm:prSet/>
      <dgm:spPr>
        <a:solidFill>
          <a:srgbClr val="7030A0"/>
        </a:solidFill>
      </dgm:spPr>
      <dgm:t>
        <a:bodyPr/>
        <a:lstStyle/>
        <a:p>
          <a:r>
            <a:rPr lang="en-US" altLang="en-US" dirty="0" err="1"/>
            <a:t>map,applymap,apply</a:t>
          </a:r>
          <a:r>
            <a:rPr lang="zh-TW" altLang="en-US" dirty="0"/>
            <a:t>迴圈計算</a:t>
          </a:r>
        </a:p>
      </dgm:t>
    </dgm:pt>
    <dgm:pt modelId="{5509352C-24AD-4655-87AA-835BC96B0B41}" type="parTrans" cxnId="{7F97C16E-A558-4A8F-9327-EB977D0B84CC}">
      <dgm:prSet/>
      <dgm:spPr/>
      <dgm:t>
        <a:bodyPr/>
        <a:lstStyle/>
        <a:p>
          <a:endParaRPr lang="zh-TW" altLang="en-US"/>
        </a:p>
      </dgm:t>
    </dgm:pt>
    <dgm:pt modelId="{B27F241E-3787-4606-A2B0-8D6B110477E4}" type="sibTrans" cxnId="{7F97C16E-A558-4A8F-9327-EB977D0B84CC}">
      <dgm:prSet/>
      <dgm:spPr/>
      <dgm:t>
        <a:bodyPr/>
        <a:lstStyle/>
        <a:p>
          <a:endParaRPr lang="zh-TW" altLang="en-US"/>
        </a:p>
      </dgm:t>
    </dgm:pt>
    <dgm:pt modelId="{241BCBEE-066A-4E39-904E-E670FBC4AF98}">
      <dgm:prSet/>
      <dgm:spPr>
        <a:solidFill>
          <a:srgbClr val="7030A0"/>
        </a:solidFill>
      </dgm:spPr>
      <dgm:t>
        <a:bodyPr/>
        <a:lstStyle/>
        <a:p>
          <a:r>
            <a:rPr lang="en-US" altLang="zh-CN" dirty="0"/>
            <a:t>max</a:t>
          </a:r>
          <a:r>
            <a:rPr lang="zh-CN" altLang="en-US" dirty="0"/>
            <a:t>，</a:t>
          </a:r>
          <a:r>
            <a:rPr lang="en-US" altLang="zh-CN" dirty="0"/>
            <a:t>min</a:t>
          </a:r>
          <a:r>
            <a:rPr lang="zh-CN" altLang="en-US" dirty="0"/>
            <a:t>，</a:t>
          </a:r>
          <a:r>
            <a:rPr lang="en-US" altLang="zh-CN" dirty="0"/>
            <a:t>mean</a:t>
          </a:r>
          <a:r>
            <a:rPr lang="zh-CN" altLang="en-US" dirty="0"/>
            <a:t>，</a:t>
          </a:r>
          <a:r>
            <a:rPr lang="en-US" altLang="zh-CN" dirty="0"/>
            <a:t>sum, std</a:t>
          </a:r>
          <a:r>
            <a:rPr lang="zh-TW" altLang="zh-CN" dirty="0"/>
            <a:t>，</a:t>
          </a:r>
          <a:r>
            <a:rPr lang="en-US" altLang="zh-CN" dirty="0"/>
            <a:t>median</a:t>
          </a:r>
          <a:endParaRPr lang="zh-TW" altLang="en-US" dirty="0"/>
        </a:p>
      </dgm:t>
    </dgm:pt>
    <dgm:pt modelId="{3347E179-88EF-419E-BDB1-CF4C8F7F720D}" type="parTrans" cxnId="{664B483C-284D-4964-9747-029D3AD7E5D3}">
      <dgm:prSet/>
      <dgm:spPr/>
      <dgm:t>
        <a:bodyPr/>
        <a:lstStyle/>
        <a:p>
          <a:endParaRPr lang="zh-TW" altLang="en-US"/>
        </a:p>
      </dgm:t>
    </dgm:pt>
    <dgm:pt modelId="{6276D14B-EB6D-4DB3-93B4-73E48CB3FF0C}" type="sibTrans" cxnId="{664B483C-284D-4964-9747-029D3AD7E5D3}">
      <dgm:prSet/>
      <dgm:spPr/>
      <dgm:t>
        <a:bodyPr/>
        <a:lstStyle/>
        <a:p>
          <a:endParaRPr lang="zh-TW" altLang="en-US"/>
        </a:p>
      </dgm:t>
    </dgm:pt>
    <dgm:pt modelId="{40D8D8B4-1783-4A05-8961-E1E5BB284F00}" type="pres">
      <dgm:prSet presAssocID="{BDD48CBC-34CB-4DD7-ACA2-8F1760AC4EC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8BF5207-F760-459A-A122-4F1B54346AF3}" type="pres">
      <dgm:prSet presAssocID="{3B7635BC-4AB5-43DA-B615-7AE0C1CA63CB}" presName="root1" presStyleCnt="0"/>
      <dgm:spPr/>
    </dgm:pt>
    <dgm:pt modelId="{35F39FBA-5B06-4CE8-BAD9-3AED784146C9}" type="pres">
      <dgm:prSet presAssocID="{3B7635BC-4AB5-43DA-B615-7AE0C1CA63CB}" presName="LevelOneTextNode" presStyleLbl="node0" presStyleIdx="0" presStyleCnt="1">
        <dgm:presLayoutVars>
          <dgm:chPref val="3"/>
        </dgm:presLayoutVars>
      </dgm:prSet>
      <dgm:spPr/>
    </dgm:pt>
    <dgm:pt modelId="{9631F00B-9353-4C7F-AC05-6C7251DBE588}" type="pres">
      <dgm:prSet presAssocID="{3B7635BC-4AB5-43DA-B615-7AE0C1CA63CB}" presName="level2hierChild" presStyleCnt="0"/>
      <dgm:spPr/>
    </dgm:pt>
    <dgm:pt modelId="{1590E27F-5D25-4454-A4CC-CA98A68FE061}" type="pres">
      <dgm:prSet presAssocID="{B3F1924A-75F4-451C-AFBC-F5A596FAD44C}" presName="conn2-1" presStyleLbl="parChTrans1D2" presStyleIdx="0" presStyleCnt="4"/>
      <dgm:spPr/>
    </dgm:pt>
    <dgm:pt modelId="{22600A48-F108-46D3-9BF0-97FC7C230A5A}" type="pres">
      <dgm:prSet presAssocID="{B3F1924A-75F4-451C-AFBC-F5A596FAD44C}" presName="connTx" presStyleLbl="parChTrans1D2" presStyleIdx="0" presStyleCnt="4"/>
      <dgm:spPr/>
    </dgm:pt>
    <dgm:pt modelId="{1F34EB6D-C1C5-4591-A59D-F2CFAA69C84D}" type="pres">
      <dgm:prSet presAssocID="{048FAC4E-E750-4815-8375-F5688B1AA4E6}" presName="root2" presStyleCnt="0"/>
      <dgm:spPr/>
    </dgm:pt>
    <dgm:pt modelId="{2D84EBD9-EAAE-461C-BD5C-8D7D6493CA42}" type="pres">
      <dgm:prSet presAssocID="{048FAC4E-E750-4815-8375-F5688B1AA4E6}" presName="LevelTwoTextNode" presStyleLbl="node2" presStyleIdx="0" presStyleCnt="4">
        <dgm:presLayoutVars>
          <dgm:chPref val="3"/>
        </dgm:presLayoutVars>
      </dgm:prSet>
      <dgm:spPr/>
    </dgm:pt>
    <dgm:pt modelId="{86FEE04A-E7DF-43C6-9B60-800F11A6D7B5}" type="pres">
      <dgm:prSet presAssocID="{048FAC4E-E750-4815-8375-F5688B1AA4E6}" presName="level3hierChild" presStyleCnt="0"/>
      <dgm:spPr/>
    </dgm:pt>
    <dgm:pt modelId="{8F67FE28-F10E-43A1-8B7E-BBC2C8CBA73F}" type="pres">
      <dgm:prSet presAssocID="{EF1A4C01-7394-4897-9B0D-D33E211A5F98}" presName="conn2-1" presStyleLbl="parChTrans1D3" presStyleIdx="0" presStyleCnt="10"/>
      <dgm:spPr/>
    </dgm:pt>
    <dgm:pt modelId="{E862BFDC-8042-4F99-9A2C-AA25FFDAC8CE}" type="pres">
      <dgm:prSet presAssocID="{EF1A4C01-7394-4897-9B0D-D33E211A5F98}" presName="connTx" presStyleLbl="parChTrans1D3" presStyleIdx="0" presStyleCnt="10"/>
      <dgm:spPr/>
    </dgm:pt>
    <dgm:pt modelId="{617F5BBA-6D39-4E7F-A006-795678D96EA2}" type="pres">
      <dgm:prSet presAssocID="{592F663C-1C60-4BD2-A89E-FFFEEC4F5250}" presName="root2" presStyleCnt="0"/>
      <dgm:spPr/>
    </dgm:pt>
    <dgm:pt modelId="{F50116CB-518F-47C7-9DE8-64B3C88AF36E}" type="pres">
      <dgm:prSet presAssocID="{592F663C-1C60-4BD2-A89E-FFFEEC4F5250}" presName="LevelTwoTextNode" presStyleLbl="node3" presStyleIdx="0" presStyleCnt="10">
        <dgm:presLayoutVars>
          <dgm:chPref val="3"/>
        </dgm:presLayoutVars>
      </dgm:prSet>
      <dgm:spPr/>
    </dgm:pt>
    <dgm:pt modelId="{E22CB873-044D-4B8E-A3E7-51732FDC811E}" type="pres">
      <dgm:prSet presAssocID="{592F663C-1C60-4BD2-A89E-FFFEEC4F5250}" presName="level3hierChild" presStyleCnt="0"/>
      <dgm:spPr/>
    </dgm:pt>
    <dgm:pt modelId="{C7D25787-4C94-47BF-90C3-C7721603A092}" type="pres">
      <dgm:prSet presAssocID="{6D6D2D8A-2858-4B68-B25C-921A9B236D0C}" presName="conn2-1" presStyleLbl="parChTrans1D3" presStyleIdx="1" presStyleCnt="10"/>
      <dgm:spPr/>
    </dgm:pt>
    <dgm:pt modelId="{CADD3C69-B33E-4BA0-A58B-33162C0E67C3}" type="pres">
      <dgm:prSet presAssocID="{6D6D2D8A-2858-4B68-B25C-921A9B236D0C}" presName="connTx" presStyleLbl="parChTrans1D3" presStyleIdx="1" presStyleCnt="10"/>
      <dgm:spPr/>
    </dgm:pt>
    <dgm:pt modelId="{CDF0E680-950F-49BE-AE4C-A769EE73073A}" type="pres">
      <dgm:prSet presAssocID="{10C947B3-8AF7-4FB9-8018-D5A20C1BB67B}" presName="root2" presStyleCnt="0"/>
      <dgm:spPr/>
    </dgm:pt>
    <dgm:pt modelId="{049E5A5B-A91D-43EA-AE69-5697E2C74789}" type="pres">
      <dgm:prSet presAssocID="{10C947B3-8AF7-4FB9-8018-D5A20C1BB67B}" presName="LevelTwoTextNode" presStyleLbl="node3" presStyleIdx="1" presStyleCnt="10">
        <dgm:presLayoutVars>
          <dgm:chPref val="3"/>
        </dgm:presLayoutVars>
      </dgm:prSet>
      <dgm:spPr/>
    </dgm:pt>
    <dgm:pt modelId="{64C3352C-0C14-47A3-8E04-8F79445B7F1E}" type="pres">
      <dgm:prSet presAssocID="{10C947B3-8AF7-4FB9-8018-D5A20C1BB67B}" presName="level3hierChild" presStyleCnt="0"/>
      <dgm:spPr/>
    </dgm:pt>
    <dgm:pt modelId="{F0BF6059-74BE-48E6-A924-E38020F89AC8}" type="pres">
      <dgm:prSet presAssocID="{BED471F0-BC73-41F0-B09D-BBE36FB3EF16}" presName="conn2-1" presStyleLbl="parChTrans1D2" presStyleIdx="1" presStyleCnt="4"/>
      <dgm:spPr/>
    </dgm:pt>
    <dgm:pt modelId="{37D0B957-9002-4F35-AEF1-37006FAB52FA}" type="pres">
      <dgm:prSet presAssocID="{BED471F0-BC73-41F0-B09D-BBE36FB3EF16}" presName="connTx" presStyleLbl="parChTrans1D2" presStyleIdx="1" presStyleCnt="4"/>
      <dgm:spPr/>
    </dgm:pt>
    <dgm:pt modelId="{5A362743-366F-4805-8B00-DFF28AEF1481}" type="pres">
      <dgm:prSet presAssocID="{953A691B-B284-4A98-BDA9-687FFED5CF84}" presName="root2" presStyleCnt="0"/>
      <dgm:spPr/>
    </dgm:pt>
    <dgm:pt modelId="{0AC200E6-F4AA-4229-B13C-6D233047902B}" type="pres">
      <dgm:prSet presAssocID="{953A691B-B284-4A98-BDA9-687FFED5CF84}" presName="LevelTwoTextNode" presStyleLbl="node2" presStyleIdx="1" presStyleCnt="4">
        <dgm:presLayoutVars>
          <dgm:chPref val="3"/>
        </dgm:presLayoutVars>
      </dgm:prSet>
      <dgm:spPr/>
    </dgm:pt>
    <dgm:pt modelId="{5DFEFDB0-9697-4268-A786-86ECEF3C2571}" type="pres">
      <dgm:prSet presAssocID="{953A691B-B284-4A98-BDA9-687FFED5CF84}" presName="level3hierChild" presStyleCnt="0"/>
      <dgm:spPr/>
    </dgm:pt>
    <dgm:pt modelId="{808F9BCD-19E5-4262-9908-A3B8EB172C71}" type="pres">
      <dgm:prSet presAssocID="{95345720-FEB3-42A1-AB79-8920AA93C57D}" presName="conn2-1" presStyleLbl="parChTrans1D3" presStyleIdx="2" presStyleCnt="10"/>
      <dgm:spPr/>
    </dgm:pt>
    <dgm:pt modelId="{B8960052-DF6E-4798-9E1E-37D04D26355D}" type="pres">
      <dgm:prSet presAssocID="{95345720-FEB3-42A1-AB79-8920AA93C57D}" presName="connTx" presStyleLbl="parChTrans1D3" presStyleIdx="2" presStyleCnt="10"/>
      <dgm:spPr/>
    </dgm:pt>
    <dgm:pt modelId="{8BC78DED-4300-406E-B82D-C0992A55BC1D}" type="pres">
      <dgm:prSet presAssocID="{8FD9D1B9-778F-4A24-8B04-1A58E61A465E}" presName="root2" presStyleCnt="0"/>
      <dgm:spPr/>
    </dgm:pt>
    <dgm:pt modelId="{21C91BED-67FC-4B27-9EE2-62E410771FBD}" type="pres">
      <dgm:prSet presAssocID="{8FD9D1B9-778F-4A24-8B04-1A58E61A465E}" presName="LevelTwoTextNode" presStyleLbl="node3" presStyleIdx="2" presStyleCnt="10">
        <dgm:presLayoutVars>
          <dgm:chPref val="3"/>
        </dgm:presLayoutVars>
      </dgm:prSet>
      <dgm:spPr/>
    </dgm:pt>
    <dgm:pt modelId="{EBA58423-5229-45DD-A6D6-5C15CFE065B9}" type="pres">
      <dgm:prSet presAssocID="{8FD9D1B9-778F-4A24-8B04-1A58E61A465E}" presName="level3hierChild" presStyleCnt="0"/>
      <dgm:spPr/>
    </dgm:pt>
    <dgm:pt modelId="{717ECB1D-B379-4AAD-96C2-B690E87A7E2E}" type="pres">
      <dgm:prSet presAssocID="{618033E5-E257-4132-B76A-B30BBE600BD7}" presName="conn2-1" presStyleLbl="parChTrans1D3" presStyleIdx="3" presStyleCnt="10"/>
      <dgm:spPr/>
    </dgm:pt>
    <dgm:pt modelId="{BF639AAB-8E6F-4E2E-A45C-EBF7FC9338EA}" type="pres">
      <dgm:prSet presAssocID="{618033E5-E257-4132-B76A-B30BBE600BD7}" presName="connTx" presStyleLbl="parChTrans1D3" presStyleIdx="3" presStyleCnt="10"/>
      <dgm:spPr/>
    </dgm:pt>
    <dgm:pt modelId="{04B75E28-BDF4-4BDE-AF4A-91150250350C}" type="pres">
      <dgm:prSet presAssocID="{96D20432-03DD-4506-98EE-F73EF6B2D70B}" presName="root2" presStyleCnt="0"/>
      <dgm:spPr/>
    </dgm:pt>
    <dgm:pt modelId="{960284E2-21B5-4EEF-A130-E30E420BA851}" type="pres">
      <dgm:prSet presAssocID="{96D20432-03DD-4506-98EE-F73EF6B2D70B}" presName="LevelTwoTextNode" presStyleLbl="node3" presStyleIdx="3" presStyleCnt="10">
        <dgm:presLayoutVars>
          <dgm:chPref val="3"/>
        </dgm:presLayoutVars>
      </dgm:prSet>
      <dgm:spPr/>
    </dgm:pt>
    <dgm:pt modelId="{A6D2C845-8FAC-4A53-8186-DFC45841E7F6}" type="pres">
      <dgm:prSet presAssocID="{96D20432-03DD-4506-98EE-F73EF6B2D70B}" presName="level3hierChild" presStyleCnt="0"/>
      <dgm:spPr/>
    </dgm:pt>
    <dgm:pt modelId="{1032000F-4A83-4D18-8089-174D41BF952F}" type="pres">
      <dgm:prSet presAssocID="{CABA5573-8458-48E1-B733-9EBC37EE0FA2}" presName="conn2-1" presStyleLbl="parChTrans1D2" presStyleIdx="2" presStyleCnt="4"/>
      <dgm:spPr/>
    </dgm:pt>
    <dgm:pt modelId="{43432E08-C4C1-4A66-B23F-4203C316E955}" type="pres">
      <dgm:prSet presAssocID="{CABA5573-8458-48E1-B733-9EBC37EE0FA2}" presName="connTx" presStyleLbl="parChTrans1D2" presStyleIdx="2" presStyleCnt="4"/>
      <dgm:spPr/>
    </dgm:pt>
    <dgm:pt modelId="{3B173243-6E35-4969-8A60-095CE1D4FDC1}" type="pres">
      <dgm:prSet presAssocID="{7E0F5EA2-EB20-40C6-BEA0-01E54BDD93A0}" presName="root2" presStyleCnt="0"/>
      <dgm:spPr/>
    </dgm:pt>
    <dgm:pt modelId="{D5255625-2276-4C7B-B9FC-8679B4B25DE6}" type="pres">
      <dgm:prSet presAssocID="{7E0F5EA2-EB20-40C6-BEA0-01E54BDD93A0}" presName="LevelTwoTextNode" presStyleLbl="node2" presStyleIdx="2" presStyleCnt="4">
        <dgm:presLayoutVars>
          <dgm:chPref val="3"/>
        </dgm:presLayoutVars>
      </dgm:prSet>
      <dgm:spPr/>
    </dgm:pt>
    <dgm:pt modelId="{3DF2ED96-844A-4401-BF87-6E2381DD02D2}" type="pres">
      <dgm:prSet presAssocID="{7E0F5EA2-EB20-40C6-BEA0-01E54BDD93A0}" presName="level3hierChild" presStyleCnt="0"/>
      <dgm:spPr/>
    </dgm:pt>
    <dgm:pt modelId="{F9827FC3-346E-4340-962C-A91603E74C1A}" type="pres">
      <dgm:prSet presAssocID="{C6F82799-3528-41AF-9317-924E30230F61}" presName="conn2-1" presStyleLbl="parChTrans1D3" presStyleIdx="4" presStyleCnt="10"/>
      <dgm:spPr/>
    </dgm:pt>
    <dgm:pt modelId="{807B60AE-2B3A-4FB7-8E5F-3F0A7FF44285}" type="pres">
      <dgm:prSet presAssocID="{C6F82799-3528-41AF-9317-924E30230F61}" presName="connTx" presStyleLbl="parChTrans1D3" presStyleIdx="4" presStyleCnt="10"/>
      <dgm:spPr/>
    </dgm:pt>
    <dgm:pt modelId="{2FFD4AB9-8138-4737-A2A1-FFADCD18008F}" type="pres">
      <dgm:prSet presAssocID="{4E866EB2-820A-44B7-8F1A-2979536024BA}" presName="root2" presStyleCnt="0"/>
      <dgm:spPr/>
    </dgm:pt>
    <dgm:pt modelId="{3654CC79-9D37-4970-8E3D-1937C3875BB1}" type="pres">
      <dgm:prSet presAssocID="{4E866EB2-820A-44B7-8F1A-2979536024BA}" presName="LevelTwoTextNode" presStyleLbl="node3" presStyleIdx="4" presStyleCnt="10">
        <dgm:presLayoutVars>
          <dgm:chPref val="3"/>
        </dgm:presLayoutVars>
      </dgm:prSet>
      <dgm:spPr/>
    </dgm:pt>
    <dgm:pt modelId="{4A2DCF3F-CB9F-4FC9-A0CE-3874529A9D7F}" type="pres">
      <dgm:prSet presAssocID="{4E866EB2-820A-44B7-8F1A-2979536024BA}" presName="level3hierChild" presStyleCnt="0"/>
      <dgm:spPr/>
    </dgm:pt>
    <dgm:pt modelId="{3CA01373-494C-48F8-B671-154F5B09C6C9}" type="pres">
      <dgm:prSet presAssocID="{4CD3F8B9-1638-46ED-8F80-18ADE73371BA}" presName="conn2-1" presStyleLbl="parChTrans1D3" presStyleIdx="5" presStyleCnt="10"/>
      <dgm:spPr/>
    </dgm:pt>
    <dgm:pt modelId="{782F680C-BC5F-4D00-B8D8-07263256E3E0}" type="pres">
      <dgm:prSet presAssocID="{4CD3F8B9-1638-46ED-8F80-18ADE73371BA}" presName="connTx" presStyleLbl="parChTrans1D3" presStyleIdx="5" presStyleCnt="10"/>
      <dgm:spPr/>
    </dgm:pt>
    <dgm:pt modelId="{7D6D8238-F161-4066-B805-9827F83B40DE}" type="pres">
      <dgm:prSet presAssocID="{2BC1157E-1196-49FB-A315-F17A505E6F7B}" presName="root2" presStyleCnt="0"/>
      <dgm:spPr/>
    </dgm:pt>
    <dgm:pt modelId="{C26E1C24-9D93-4398-8C91-985C40354D79}" type="pres">
      <dgm:prSet presAssocID="{2BC1157E-1196-49FB-A315-F17A505E6F7B}" presName="LevelTwoTextNode" presStyleLbl="node3" presStyleIdx="5" presStyleCnt="10">
        <dgm:presLayoutVars>
          <dgm:chPref val="3"/>
        </dgm:presLayoutVars>
      </dgm:prSet>
      <dgm:spPr/>
    </dgm:pt>
    <dgm:pt modelId="{68C3FE5C-044B-48E4-B8C2-F3387D670FF7}" type="pres">
      <dgm:prSet presAssocID="{2BC1157E-1196-49FB-A315-F17A505E6F7B}" presName="level3hierChild" presStyleCnt="0"/>
      <dgm:spPr/>
    </dgm:pt>
    <dgm:pt modelId="{787C2340-9370-4852-BBB3-1BB38A600E9C}" type="pres">
      <dgm:prSet presAssocID="{AD8E8B44-FFC4-427E-B5BF-160C667E4036}" presName="conn2-1" presStyleLbl="parChTrans1D2" presStyleIdx="3" presStyleCnt="4"/>
      <dgm:spPr/>
    </dgm:pt>
    <dgm:pt modelId="{B3E1F5C3-8C86-482B-8D79-7C1E31F1F497}" type="pres">
      <dgm:prSet presAssocID="{AD8E8B44-FFC4-427E-B5BF-160C667E4036}" presName="connTx" presStyleLbl="parChTrans1D2" presStyleIdx="3" presStyleCnt="4"/>
      <dgm:spPr/>
    </dgm:pt>
    <dgm:pt modelId="{692DE7CF-E74A-4E4A-9563-FB89EA9FF2F8}" type="pres">
      <dgm:prSet presAssocID="{8BF80CAF-B826-4309-BEAA-98E422376143}" presName="root2" presStyleCnt="0"/>
      <dgm:spPr/>
    </dgm:pt>
    <dgm:pt modelId="{DBC5C04B-39E5-471F-9C29-D4D99BD729E8}" type="pres">
      <dgm:prSet presAssocID="{8BF80CAF-B826-4309-BEAA-98E422376143}" presName="LevelTwoTextNode" presStyleLbl="node2" presStyleIdx="3" presStyleCnt="4">
        <dgm:presLayoutVars>
          <dgm:chPref val="3"/>
        </dgm:presLayoutVars>
      </dgm:prSet>
      <dgm:spPr/>
    </dgm:pt>
    <dgm:pt modelId="{BB0CCF3E-5EC7-43A3-84BB-48575FF62BEB}" type="pres">
      <dgm:prSet presAssocID="{8BF80CAF-B826-4309-BEAA-98E422376143}" presName="level3hierChild" presStyleCnt="0"/>
      <dgm:spPr/>
    </dgm:pt>
    <dgm:pt modelId="{7B022C26-8807-452B-A592-9F7D484E8D63}" type="pres">
      <dgm:prSet presAssocID="{FD4FCEB3-C095-4897-A937-1D043414C7C2}" presName="conn2-1" presStyleLbl="parChTrans1D3" presStyleIdx="6" presStyleCnt="10"/>
      <dgm:spPr/>
    </dgm:pt>
    <dgm:pt modelId="{C43B1E31-8DBC-4368-B773-2B43515DD6DF}" type="pres">
      <dgm:prSet presAssocID="{FD4FCEB3-C095-4897-A937-1D043414C7C2}" presName="connTx" presStyleLbl="parChTrans1D3" presStyleIdx="6" presStyleCnt="10"/>
      <dgm:spPr/>
    </dgm:pt>
    <dgm:pt modelId="{4194E0B9-3C0A-41E1-9E3C-CE11150BB675}" type="pres">
      <dgm:prSet presAssocID="{E50B7DFA-B3EE-4E6A-BBF2-18192D34034E}" presName="root2" presStyleCnt="0"/>
      <dgm:spPr/>
    </dgm:pt>
    <dgm:pt modelId="{05D85CD4-BC52-445D-8135-A6AE0C87FB5B}" type="pres">
      <dgm:prSet presAssocID="{E50B7DFA-B3EE-4E6A-BBF2-18192D34034E}" presName="LevelTwoTextNode" presStyleLbl="node3" presStyleIdx="6" presStyleCnt="10">
        <dgm:presLayoutVars>
          <dgm:chPref val="3"/>
        </dgm:presLayoutVars>
      </dgm:prSet>
      <dgm:spPr/>
    </dgm:pt>
    <dgm:pt modelId="{6D20098E-4325-44FF-8A17-56C893E0DB9C}" type="pres">
      <dgm:prSet presAssocID="{E50B7DFA-B3EE-4E6A-BBF2-18192D34034E}" presName="level3hierChild" presStyleCnt="0"/>
      <dgm:spPr/>
    </dgm:pt>
    <dgm:pt modelId="{5675C774-A74D-4654-8A8E-F4100D61F868}" type="pres">
      <dgm:prSet presAssocID="{9797AE37-5D14-48A6-82E7-31AEEC31F2E8}" presName="conn2-1" presStyleLbl="parChTrans1D4" presStyleIdx="0" presStyleCnt="11"/>
      <dgm:spPr/>
    </dgm:pt>
    <dgm:pt modelId="{90AEE3A9-489A-407F-8500-C21A72125384}" type="pres">
      <dgm:prSet presAssocID="{9797AE37-5D14-48A6-82E7-31AEEC31F2E8}" presName="connTx" presStyleLbl="parChTrans1D4" presStyleIdx="0" presStyleCnt="11"/>
      <dgm:spPr/>
    </dgm:pt>
    <dgm:pt modelId="{7A7EA9BE-E41D-430C-B3B3-84D66408CE99}" type="pres">
      <dgm:prSet presAssocID="{51AA43FE-4441-4632-88DA-EB63C3B48E36}" presName="root2" presStyleCnt="0"/>
      <dgm:spPr/>
    </dgm:pt>
    <dgm:pt modelId="{F793FC48-B0B3-4C1E-8C7E-3D22D89010B0}" type="pres">
      <dgm:prSet presAssocID="{51AA43FE-4441-4632-88DA-EB63C3B48E36}" presName="LevelTwoTextNode" presStyleLbl="node4" presStyleIdx="0" presStyleCnt="11">
        <dgm:presLayoutVars>
          <dgm:chPref val="3"/>
        </dgm:presLayoutVars>
      </dgm:prSet>
      <dgm:spPr/>
    </dgm:pt>
    <dgm:pt modelId="{FE246DED-26F5-4DB1-B4B6-4FD35822A800}" type="pres">
      <dgm:prSet presAssocID="{51AA43FE-4441-4632-88DA-EB63C3B48E36}" presName="level3hierChild" presStyleCnt="0"/>
      <dgm:spPr/>
    </dgm:pt>
    <dgm:pt modelId="{716BD459-FD3E-42CB-A82A-7D4C8A2161EE}" type="pres">
      <dgm:prSet presAssocID="{EED46F4B-E8DD-4390-934F-FA87BE5D1D1F}" presName="conn2-1" presStyleLbl="parChTrans1D4" presStyleIdx="1" presStyleCnt="11"/>
      <dgm:spPr/>
    </dgm:pt>
    <dgm:pt modelId="{6451B49E-C501-4FF3-9D7E-7C233CAD3331}" type="pres">
      <dgm:prSet presAssocID="{EED46F4B-E8DD-4390-934F-FA87BE5D1D1F}" presName="connTx" presStyleLbl="parChTrans1D4" presStyleIdx="1" presStyleCnt="11"/>
      <dgm:spPr/>
    </dgm:pt>
    <dgm:pt modelId="{568593B0-65B7-426A-BA9C-BD0A479C12DF}" type="pres">
      <dgm:prSet presAssocID="{692E34A9-B1A3-464F-917B-3D849BC36261}" presName="root2" presStyleCnt="0"/>
      <dgm:spPr/>
    </dgm:pt>
    <dgm:pt modelId="{87DFBFBA-9C84-487B-8E54-D44ECA165587}" type="pres">
      <dgm:prSet presAssocID="{692E34A9-B1A3-464F-917B-3D849BC36261}" presName="LevelTwoTextNode" presStyleLbl="node4" presStyleIdx="1" presStyleCnt="11">
        <dgm:presLayoutVars>
          <dgm:chPref val="3"/>
        </dgm:presLayoutVars>
      </dgm:prSet>
      <dgm:spPr/>
    </dgm:pt>
    <dgm:pt modelId="{31D3A463-8C9B-43A1-BC42-512D491FF30B}" type="pres">
      <dgm:prSet presAssocID="{692E34A9-B1A3-464F-917B-3D849BC36261}" presName="level3hierChild" presStyleCnt="0"/>
      <dgm:spPr/>
    </dgm:pt>
    <dgm:pt modelId="{004A3D80-742D-4050-978E-865CE99FCA54}" type="pres">
      <dgm:prSet presAssocID="{260CA2B2-64B4-4740-A391-CE188E26B2DF}" presName="conn2-1" presStyleLbl="parChTrans1D4" presStyleIdx="2" presStyleCnt="11"/>
      <dgm:spPr/>
    </dgm:pt>
    <dgm:pt modelId="{7BFE44F3-FFE6-4491-8823-2C15083F5D9D}" type="pres">
      <dgm:prSet presAssocID="{260CA2B2-64B4-4740-A391-CE188E26B2DF}" presName="connTx" presStyleLbl="parChTrans1D4" presStyleIdx="2" presStyleCnt="11"/>
      <dgm:spPr/>
    </dgm:pt>
    <dgm:pt modelId="{72D181D6-141C-4CCC-A71B-26A0591646E5}" type="pres">
      <dgm:prSet presAssocID="{CB2855E3-1077-4AAA-AC0B-B4818CE62ADC}" presName="root2" presStyleCnt="0"/>
      <dgm:spPr/>
    </dgm:pt>
    <dgm:pt modelId="{A723F219-5BD4-4EC2-9E09-73E9AE062AE5}" type="pres">
      <dgm:prSet presAssocID="{CB2855E3-1077-4AAA-AC0B-B4818CE62ADC}" presName="LevelTwoTextNode" presStyleLbl="node4" presStyleIdx="2" presStyleCnt="11">
        <dgm:presLayoutVars>
          <dgm:chPref val="3"/>
        </dgm:presLayoutVars>
      </dgm:prSet>
      <dgm:spPr/>
    </dgm:pt>
    <dgm:pt modelId="{B3EE6310-776C-4901-893C-D8ED125AEF64}" type="pres">
      <dgm:prSet presAssocID="{CB2855E3-1077-4AAA-AC0B-B4818CE62ADC}" presName="level3hierChild" presStyleCnt="0"/>
      <dgm:spPr/>
    </dgm:pt>
    <dgm:pt modelId="{EFA6D4A5-BB87-44CF-9E0A-171B993A1184}" type="pres">
      <dgm:prSet presAssocID="{EE94BAEC-0BFB-4E00-A903-1E58F6C3201B}" presName="conn2-1" presStyleLbl="parChTrans1D4" presStyleIdx="3" presStyleCnt="11"/>
      <dgm:spPr/>
    </dgm:pt>
    <dgm:pt modelId="{4EAC7479-2F72-4D0A-A562-705CFB9CEE88}" type="pres">
      <dgm:prSet presAssocID="{EE94BAEC-0BFB-4E00-A903-1E58F6C3201B}" presName="connTx" presStyleLbl="parChTrans1D4" presStyleIdx="3" presStyleCnt="11"/>
      <dgm:spPr/>
    </dgm:pt>
    <dgm:pt modelId="{8DF9A222-985A-45D1-A656-4AEC82372B1E}" type="pres">
      <dgm:prSet presAssocID="{C9052A13-9250-440F-988B-F9E37D0E91EA}" presName="root2" presStyleCnt="0"/>
      <dgm:spPr/>
    </dgm:pt>
    <dgm:pt modelId="{846CF96E-0562-414A-BDF2-C2AFC4984D7C}" type="pres">
      <dgm:prSet presAssocID="{C9052A13-9250-440F-988B-F9E37D0E91EA}" presName="LevelTwoTextNode" presStyleLbl="node4" presStyleIdx="3" presStyleCnt="11">
        <dgm:presLayoutVars>
          <dgm:chPref val="3"/>
        </dgm:presLayoutVars>
      </dgm:prSet>
      <dgm:spPr/>
    </dgm:pt>
    <dgm:pt modelId="{21922A2D-8DBF-4993-801D-040E95AC34C5}" type="pres">
      <dgm:prSet presAssocID="{C9052A13-9250-440F-988B-F9E37D0E91EA}" presName="level3hierChild" presStyleCnt="0"/>
      <dgm:spPr/>
    </dgm:pt>
    <dgm:pt modelId="{36970A07-1FEA-4C8A-B1AF-014FF733202A}" type="pres">
      <dgm:prSet presAssocID="{E72A1C2F-6DD0-42B6-BE12-18EF30927D8F}" presName="conn2-1" presStyleLbl="parChTrans1D4" presStyleIdx="4" presStyleCnt="11"/>
      <dgm:spPr/>
    </dgm:pt>
    <dgm:pt modelId="{E9A76219-AFA0-4E6F-B05F-A5660211AE76}" type="pres">
      <dgm:prSet presAssocID="{E72A1C2F-6DD0-42B6-BE12-18EF30927D8F}" presName="connTx" presStyleLbl="parChTrans1D4" presStyleIdx="4" presStyleCnt="11"/>
      <dgm:spPr/>
    </dgm:pt>
    <dgm:pt modelId="{EA8BED0A-9F89-497C-8700-1AB4CD2AE004}" type="pres">
      <dgm:prSet presAssocID="{88C5FA47-C2F6-4F2C-B587-29B486C70EDA}" presName="root2" presStyleCnt="0"/>
      <dgm:spPr/>
    </dgm:pt>
    <dgm:pt modelId="{F7DADEAC-C53E-4E25-94FB-F1F6BC6A9C40}" type="pres">
      <dgm:prSet presAssocID="{88C5FA47-C2F6-4F2C-B587-29B486C70EDA}" presName="LevelTwoTextNode" presStyleLbl="node4" presStyleIdx="4" presStyleCnt="11">
        <dgm:presLayoutVars>
          <dgm:chPref val="3"/>
        </dgm:presLayoutVars>
      </dgm:prSet>
      <dgm:spPr/>
    </dgm:pt>
    <dgm:pt modelId="{AD839D84-684F-4B92-8CCC-43D7BA4DC750}" type="pres">
      <dgm:prSet presAssocID="{88C5FA47-C2F6-4F2C-B587-29B486C70EDA}" presName="level3hierChild" presStyleCnt="0"/>
      <dgm:spPr/>
    </dgm:pt>
    <dgm:pt modelId="{070923CC-892B-4935-83F9-AC52C8D6D4D8}" type="pres">
      <dgm:prSet presAssocID="{8D087674-D0D0-4F80-B80E-FAA76746B48A}" presName="conn2-1" presStyleLbl="parChTrans1D4" presStyleIdx="5" presStyleCnt="11"/>
      <dgm:spPr/>
    </dgm:pt>
    <dgm:pt modelId="{3A9F1188-F211-4773-9606-3A67594B8431}" type="pres">
      <dgm:prSet presAssocID="{8D087674-D0D0-4F80-B80E-FAA76746B48A}" presName="connTx" presStyleLbl="parChTrans1D4" presStyleIdx="5" presStyleCnt="11"/>
      <dgm:spPr/>
    </dgm:pt>
    <dgm:pt modelId="{3F2F9A13-DE40-4656-9CE1-6D00C8C516CF}" type="pres">
      <dgm:prSet presAssocID="{B43370F6-5DB6-48E7-9BE5-BE1E2C52060D}" presName="root2" presStyleCnt="0"/>
      <dgm:spPr/>
    </dgm:pt>
    <dgm:pt modelId="{D0A91FB5-D073-4453-BFBA-B51D82271F6B}" type="pres">
      <dgm:prSet presAssocID="{B43370F6-5DB6-48E7-9BE5-BE1E2C52060D}" presName="LevelTwoTextNode" presStyleLbl="node4" presStyleIdx="5" presStyleCnt="11">
        <dgm:presLayoutVars>
          <dgm:chPref val="3"/>
        </dgm:presLayoutVars>
      </dgm:prSet>
      <dgm:spPr/>
    </dgm:pt>
    <dgm:pt modelId="{03D4BDEB-53DD-4812-818B-867B3231148A}" type="pres">
      <dgm:prSet presAssocID="{B43370F6-5DB6-48E7-9BE5-BE1E2C52060D}" presName="level3hierChild" presStyleCnt="0"/>
      <dgm:spPr/>
    </dgm:pt>
    <dgm:pt modelId="{55173FB4-6291-4690-9692-707EABEAB368}" type="pres">
      <dgm:prSet presAssocID="{50E35B8C-D04B-40C5-A582-4DFBC7E6A2B3}" presName="conn2-1" presStyleLbl="parChTrans1D3" presStyleIdx="7" presStyleCnt="10"/>
      <dgm:spPr/>
    </dgm:pt>
    <dgm:pt modelId="{4CE268DD-58D7-4A83-91E4-D25AA7EC2272}" type="pres">
      <dgm:prSet presAssocID="{50E35B8C-D04B-40C5-A582-4DFBC7E6A2B3}" presName="connTx" presStyleLbl="parChTrans1D3" presStyleIdx="7" presStyleCnt="10"/>
      <dgm:spPr/>
    </dgm:pt>
    <dgm:pt modelId="{AF3B9B02-200A-4588-B259-141D1A8E0269}" type="pres">
      <dgm:prSet presAssocID="{7E85E0F5-F460-4656-804F-0C434BB1982C}" presName="root2" presStyleCnt="0"/>
      <dgm:spPr/>
    </dgm:pt>
    <dgm:pt modelId="{4108B0E5-3168-4145-A2EE-B6C482495257}" type="pres">
      <dgm:prSet presAssocID="{7E85E0F5-F460-4656-804F-0C434BB1982C}" presName="LevelTwoTextNode" presStyleLbl="node3" presStyleIdx="7" presStyleCnt="10">
        <dgm:presLayoutVars>
          <dgm:chPref val="3"/>
        </dgm:presLayoutVars>
      </dgm:prSet>
      <dgm:spPr/>
    </dgm:pt>
    <dgm:pt modelId="{C854D754-E128-42B0-AED5-9C05B3FB3916}" type="pres">
      <dgm:prSet presAssocID="{7E85E0F5-F460-4656-804F-0C434BB1982C}" presName="level3hierChild" presStyleCnt="0"/>
      <dgm:spPr/>
    </dgm:pt>
    <dgm:pt modelId="{949E51DE-E31E-424A-B33D-032F942A9575}" type="pres">
      <dgm:prSet presAssocID="{CD17E10C-C605-4E9F-92A9-941977F01C73}" presName="conn2-1" presStyleLbl="parChTrans1D4" presStyleIdx="6" presStyleCnt="11"/>
      <dgm:spPr/>
    </dgm:pt>
    <dgm:pt modelId="{B164ECF3-F6EC-441E-BAE0-C5E45A2BF58B}" type="pres">
      <dgm:prSet presAssocID="{CD17E10C-C605-4E9F-92A9-941977F01C73}" presName="connTx" presStyleLbl="parChTrans1D4" presStyleIdx="6" presStyleCnt="11"/>
      <dgm:spPr/>
    </dgm:pt>
    <dgm:pt modelId="{96E4B517-0681-49B5-A715-7893D63349CE}" type="pres">
      <dgm:prSet presAssocID="{9C993554-6543-414C-9EA2-D677117D1E0C}" presName="root2" presStyleCnt="0"/>
      <dgm:spPr/>
    </dgm:pt>
    <dgm:pt modelId="{29078559-FA36-4C39-B4C3-76B7B997981E}" type="pres">
      <dgm:prSet presAssocID="{9C993554-6543-414C-9EA2-D677117D1E0C}" presName="LevelTwoTextNode" presStyleLbl="node4" presStyleIdx="6" presStyleCnt="11">
        <dgm:presLayoutVars>
          <dgm:chPref val="3"/>
        </dgm:presLayoutVars>
      </dgm:prSet>
      <dgm:spPr/>
    </dgm:pt>
    <dgm:pt modelId="{19CCDF39-A398-4675-BAA1-8A21321CBA79}" type="pres">
      <dgm:prSet presAssocID="{9C993554-6543-414C-9EA2-D677117D1E0C}" presName="level3hierChild" presStyleCnt="0"/>
      <dgm:spPr/>
    </dgm:pt>
    <dgm:pt modelId="{BF6A7581-ED12-4820-B5CD-B7A419D8FE06}" type="pres">
      <dgm:prSet presAssocID="{3347E179-88EF-419E-BDB1-CF4C8F7F720D}" presName="conn2-1" presStyleLbl="parChTrans1D4" presStyleIdx="7" presStyleCnt="11"/>
      <dgm:spPr/>
    </dgm:pt>
    <dgm:pt modelId="{7B0DD98D-1C69-40A9-8970-87FDE4D1AD46}" type="pres">
      <dgm:prSet presAssocID="{3347E179-88EF-419E-BDB1-CF4C8F7F720D}" presName="connTx" presStyleLbl="parChTrans1D4" presStyleIdx="7" presStyleCnt="11"/>
      <dgm:spPr/>
    </dgm:pt>
    <dgm:pt modelId="{54AF284A-A293-414D-88D2-6DADF463ACF6}" type="pres">
      <dgm:prSet presAssocID="{241BCBEE-066A-4E39-904E-E670FBC4AF98}" presName="root2" presStyleCnt="0"/>
      <dgm:spPr/>
    </dgm:pt>
    <dgm:pt modelId="{52F87042-8242-49A2-AF5F-CF960EAF18B1}" type="pres">
      <dgm:prSet presAssocID="{241BCBEE-066A-4E39-904E-E670FBC4AF98}" presName="LevelTwoTextNode" presStyleLbl="node4" presStyleIdx="7" presStyleCnt="11">
        <dgm:presLayoutVars>
          <dgm:chPref val="3"/>
        </dgm:presLayoutVars>
      </dgm:prSet>
      <dgm:spPr/>
    </dgm:pt>
    <dgm:pt modelId="{E496E2FD-6FFC-47ED-AC84-1523BEB98232}" type="pres">
      <dgm:prSet presAssocID="{241BCBEE-066A-4E39-904E-E670FBC4AF98}" presName="level3hierChild" presStyleCnt="0"/>
      <dgm:spPr/>
    </dgm:pt>
    <dgm:pt modelId="{6E5A0142-AA78-45CB-9841-AB2249D625F4}" type="pres">
      <dgm:prSet presAssocID="{5A53E972-9F49-4291-B150-5B751608CC5C}" presName="conn2-1" presStyleLbl="parChTrans1D4" presStyleIdx="8" presStyleCnt="11"/>
      <dgm:spPr/>
    </dgm:pt>
    <dgm:pt modelId="{46618C5B-99A2-4D74-BCF0-5861A26544F9}" type="pres">
      <dgm:prSet presAssocID="{5A53E972-9F49-4291-B150-5B751608CC5C}" presName="connTx" presStyleLbl="parChTrans1D4" presStyleIdx="8" presStyleCnt="11"/>
      <dgm:spPr/>
    </dgm:pt>
    <dgm:pt modelId="{3A0DF588-A6B3-4FBE-83D4-AA4A942330EF}" type="pres">
      <dgm:prSet presAssocID="{593A0B31-39D1-472B-BFB9-79B329F6642F}" presName="root2" presStyleCnt="0"/>
      <dgm:spPr/>
    </dgm:pt>
    <dgm:pt modelId="{63CC58FB-8F38-451E-8314-235302411DF0}" type="pres">
      <dgm:prSet presAssocID="{593A0B31-39D1-472B-BFB9-79B329F6642F}" presName="LevelTwoTextNode" presStyleLbl="node4" presStyleIdx="8" presStyleCnt="11">
        <dgm:presLayoutVars>
          <dgm:chPref val="3"/>
        </dgm:presLayoutVars>
      </dgm:prSet>
      <dgm:spPr/>
    </dgm:pt>
    <dgm:pt modelId="{78B440D7-F16E-4DCE-81AD-795EA75F829B}" type="pres">
      <dgm:prSet presAssocID="{593A0B31-39D1-472B-BFB9-79B329F6642F}" presName="level3hierChild" presStyleCnt="0"/>
      <dgm:spPr/>
    </dgm:pt>
    <dgm:pt modelId="{B2A362C5-71C1-4DFF-9C60-91C7F0C69889}" type="pres">
      <dgm:prSet presAssocID="{5509352C-24AD-4655-87AA-835BC96B0B41}" presName="conn2-1" presStyleLbl="parChTrans1D4" presStyleIdx="9" presStyleCnt="11"/>
      <dgm:spPr/>
    </dgm:pt>
    <dgm:pt modelId="{C19C104F-F534-4E0B-B291-8A8EA61FF5E5}" type="pres">
      <dgm:prSet presAssocID="{5509352C-24AD-4655-87AA-835BC96B0B41}" presName="connTx" presStyleLbl="parChTrans1D4" presStyleIdx="9" presStyleCnt="11"/>
      <dgm:spPr/>
    </dgm:pt>
    <dgm:pt modelId="{54F3B396-CE15-4926-A5C9-B177B28CC332}" type="pres">
      <dgm:prSet presAssocID="{86EFB58A-AB37-463E-BD85-B8702165B454}" presName="root2" presStyleCnt="0"/>
      <dgm:spPr/>
    </dgm:pt>
    <dgm:pt modelId="{39716EE5-5A7F-49E7-A32B-A55A4AE9043E}" type="pres">
      <dgm:prSet presAssocID="{86EFB58A-AB37-463E-BD85-B8702165B454}" presName="LevelTwoTextNode" presStyleLbl="node4" presStyleIdx="9" presStyleCnt="11">
        <dgm:presLayoutVars>
          <dgm:chPref val="3"/>
        </dgm:presLayoutVars>
      </dgm:prSet>
      <dgm:spPr/>
    </dgm:pt>
    <dgm:pt modelId="{9A52E6C9-F0E4-43EB-AA58-9579F639ABE7}" type="pres">
      <dgm:prSet presAssocID="{86EFB58A-AB37-463E-BD85-B8702165B454}" presName="level3hierChild" presStyleCnt="0"/>
      <dgm:spPr/>
    </dgm:pt>
    <dgm:pt modelId="{4C619735-E222-4A06-94F2-F77A7A963717}" type="pres">
      <dgm:prSet presAssocID="{8592EC3B-68A6-4FF0-9D3B-F138FFC73021}" presName="conn2-1" presStyleLbl="parChTrans1D3" presStyleIdx="8" presStyleCnt="10"/>
      <dgm:spPr/>
    </dgm:pt>
    <dgm:pt modelId="{96BF62FE-49B0-484B-BD97-BD49E5454074}" type="pres">
      <dgm:prSet presAssocID="{8592EC3B-68A6-4FF0-9D3B-F138FFC73021}" presName="connTx" presStyleLbl="parChTrans1D3" presStyleIdx="8" presStyleCnt="10"/>
      <dgm:spPr/>
    </dgm:pt>
    <dgm:pt modelId="{F08E2897-7F33-4D6C-BB41-B8ACC6D52F31}" type="pres">
      <dgm:prSet presAssocID="{909CE71E-BF86-47D3-B7D9-8393AFDEB116}" presName="root2" presStyleCnt="0"/>
      <dgm:spPr/>
    </dgm:pt>
    <dgm:pt modelId="{CC5FAF37-A0C3-4540-A8E6-DE77FA694B65}" type="pres">
      <dgm:prSet presAssocID="{909CE71E-BF86-47D3-B7D9-8393AFDEB116}" presName="LevelTwoTextNode" presStyleLbl="node3" presStyleIdx="8" presStyleCnt="10">
        <dgm:presLayoutVars>
          <dgm:chPref val="3"/>
        </dgm:presLayoutVars>
      </dgm:prSet>
      <dgm:spPr/>
    </dgm:pt>
    <dgm:pt modelId="{AE62DD63-1B7C-430B-883E-171EC1D5FB8B}" type="pres">
      <dgm:prSet presAssocID="{909CE71E-BF86-47D3-B7D9-8393AFDEB116}" presName="level3hierChild" presStyleCnt="0"/>
      <dgm:spPr/>
    </dgm:pt>
    <dgm:pt modelId="{5E1E8358-C585-40D0-A627-B10A35F88419}" type="pres">
      <dgm:prSet presAssocID="{0D2DE31D-066E-4A99-8072-A460DE831406}" presName="conn2-1" presStyleLbl="parChTrans1D4" presStyleIdx="10" presStyleCnt="11"/>
      <dgm:spPr/>
    </dgm:pt>
    <dgm:pt modelId="{CC3F4D09-2846-47CB-9752-7483B6A06B2B}" type="pres">
      <dgm:prSet presAssocID="{0D2DE31D-066E-4A99-8072-A460DE831406}" presName="connTx" presStyleLbl="parChTrans1D4" presStyleIdx="10" presStyleCnt="11"/>
      <dgm:spPr/>
    </dgm:pt>
    <dgm:pt modelId="{9D1B3C40-3989-4771-A3F2-5D8F51E332EB}" type="pres">
      <dgm:prSet presAssocID="{F5F98026-38D1-49B1-A08D-728D2876CDF6}" presName="root2" presStyleCnt="0"/>
      <dgm:spPr/>
    </dgm:pt>
    <dgm:pt modelId="{C786B6A3-C068-4165-9A31-F2780D758C97}" type="pres">
      <dgm:prSet presAssocID="{F5F98026-38D1-49B1-A08D-728D2876CDF6}" presName="LevelTwoTextNode" presStyleLbl="node4" presStyleIdx="10" presStyleCnt="11">
        <dgm:presLayoutVars>
          <dgm:chPref val="3"/>
        </dgm:presLayoutVars>
      </dgm:prSet>
      <dgm:spPr/>
    </dgm:pt>
    <dgm:pt modelId="{342C5C39-B642-4932-BC28-0B66BFC9826F}" type="pres">
      <dgm:prSet presAssocID="{F5F98026-38D1-49B1-A08D-728D2876CDF6}" presName="level3hierChild" presStyleCnt="0"/>
      <dgm:spPr/>
    </dgm:pt>
    <dgm:pt modelId="{33EB7E0A-1873-4A76-B54A-E043963F0B4F}" type="pres">
      <dgm:prSet presAssocID="{F71969C0-988A-4227-BF5A-2C5F2C94B5E4}" presName="conn2-1" presStyleLbl="parChTrans1D3" presStyleIdx="9" presStyleCnt="10"/>
      <dgm:spPr/>
    </dgm:pt>
    <dgm:pt modelId="{B9D11CD2-E5DA-4D65-88E8-649DC524041C}" type="pres">
      <dgm:prSet presAssocID="{F71969C0-988A-4227-BF5A-2C5F2C94B5E4}" presName="connTx" presStyleLbl="parChTrans1D3" presStyleIdx="9" presStyleCnt="10"/>
      <dgm:spPr/>
    </dgm:pt>
    <dgm:pt modelId="{CF0938C8-1993-4E85-AF45-DD774F12C0CF}" type="pres">
      <dgm:prSet presAssocID="{88D2D553-B0D9-4314-B86F-F43D17FF881F}" presName="root2" presStyleCnt="0"/>
      <dgm:spPr/>
    </dgm:pt>
    <dgm:pt modelId="{4C1D4385-EDA6-4C7D-A56A-9A9065402F2D}" type="pres">
      <dgm:prSet presAssocID="{88D2D553-B0D9-4314-B86F-F43D17FF881F}" presName="LevelTwoTextNode" presStyleLbl="node3" presStyleIdx="9" presStyleCnt="10">
        <dgm:presLayoutVars>
          <dgm:chPref val="3"/>
        </dgm:presLayoutVars>
      </dgm:prSet>
      <dgm:spPr/>
    </dgm:pt>
    <dgm:pt modelId="{D6A452E0-E6BC-48F3-AF77-79BBAF0881DE}" type="pres">
      <dgm:prSet presAssocID="{88D2D553-B0D9-4314-B86F-F43D17FF881F}" presName="level3hierChild" presStyleCnt="0"/>
      <dgm:spPr/>
    </dgm:pt>
  </dgm:ptLst>
  <dgm:cxnLst>
    <dgm:cxn modelId="{B9879309-CC6B-4B3E-836B-C039F700D09D}" type="presOf" srcId="{50E35B8C-D04B-40C5-A582-4DFBC7E6A2B3}" destId="{4CE268DD-58D7-4A83-91E4-D25AA7EC2272}" srcOrd="1" destOrd="0" presId="urn:microsoft.com/office/officeart/2008/layout/HorizontalMultiLevelHierarchy"/>
    <dgm:cxn modelId="{7608F10C-AE9C-4124-8376-5E588DA4D4F1}" type="presOf" srcId="{9797AE37-5D14-48A6-82E7-31AEEC31F2E8}" destId="{90AEE3A9-489A-407F-8500-C21A72125384}" srcOrd="1" destOrd="0" presId="urn:microsoft.com/office/officeart/2008/layout/HorizontalMultiLevelHierarchy"/>
    <dgm:cxn modelId="{C670D610-B4E8-451A-A35F-DECF328F744B}" srcId="{3B7635BC-4AB5-43DA-B615-7AE0C1CA63CB}" destId="{8BF80CAF-B826-4309-BEAA-98E422376143}" srcOrd="3" destOrd="0" parTransId="{AD8E8B44-FFC4-427E-B5BF-160C667E4036}" sibTransId="{6152CD14-8260-4C7C-B145-46794ED97815}"/>
    <dgm:cxn modelId="{B920EB14-8A22-4E79-A61E-E4687ABA3810}" type="presOf" srcId="{593A0B31-39D1-472B-BFB9-79B329F6642F}" destId="{63CC58FB-8F38-451E-8314-235302411DF0}" srcOrd="0" destOrd="0" presId="urn:microsoft.com/office/officeart/2008/layout/HorizontalMultiLevelHierarchy"/>
    <dgm:cxn modelId="{2A8C0B18-1FA0-4482-B9E9-69D67C0E6F1B}" srcId="{51AA43FE-4441-4632-88DA-EB63C3B48E36}" destId="{692E34A9-B1A3-464F-917B-3D849BC36261}" srcOrd="0" destOrd="0" parTransId="{EED46F4B-E8DD-4390-934F-FA87BE5D1D1F}" sibTransId="{CD6C1A4D-A452-452B-A229-AA010ADAAC2A}"/>
    <dgm:cxn modelId="{8745291A-7472-48DE-8D56-9201149C3A0D}" type="presOf" srcId="{FD4FCEB3-C095-4897-A937-1D043414C7C2}" destId="{C43B1E31-8DBC-4368-B773-2B43515DD6DF}" srcOrd="1" destOrd="0" presId="urn:microsoft.com/office/officeart/2008/layout/HorizontalMultiLevelHierarchy"/>
    <dgm:cxn modelId="{BB5D4D1B-1802-4261-8201-F496FCAA77CF}" srcId="{E50B7DFA-B3EE-4E6A-BBF2-18192D34034E}" destId="{51AA43FE-4441-4632-88DA-EB63C3B48E36}" srcOrd="0" destOrd="0" parTransId="{9797AE37-5D14-48A6-82E7-31AEEC31F2E8}" sibTransId="{BD8A8C20-355E-4C9D-BB04-EEBCEFF9F816}"/>
    <dgm:cxn modelId="{A0C0A71B-1D0B-44D1-8E7F-0E1727F5B320}" type="presOf" srcId="{618033E5-E257-4132-B76A-B30BBE600BD7}" destId="{BF639AAB-8E6F-4E2E-A45C-EBF7FC9338EA}" srcOrd="1" destOrd="0" presId="urn:microsoft.com/office/officeart/2008/layout/HorizontalMultiLevelHierarchy"/>
    <dgm:cxn modelId="{2AC3571D-3191-48E4-8042-7E33992EDE77}" srcId="{C9052A13-9250-440F-988B-F9E37D0E91EA}" destId="{88C5FA47-C2F6-4F2C-B587-29B486C70EDA}" srcOrd="0" destOrd="0" parTransId="{E72A1C2F-6DD0-42B6-BE12-18EF30927D8F}" sibTransId="{0F527C9D-EA5A-45F6-A84E-745EE5A36798}"/>
    <dgm:cxn modelId="{0CE28A1E-5450-44B4-9C71-D66935B4B2A4}" type="presOf" srcId="{BED471F0-BC73-41F0-B09D-BBE36FB3EF16}" destId="{37D0B957-9002-4F35-AEF1-37006FAB52FA}" srcOrd="1" destOrd="0" presId="urn:microsoft.com/office/officeart/2008/layout/HorizontalMultiLevelHierarchy"/>
    <dgm:cxn modelId="{03BDAA20-C009-4AC7-BEBC-5D4886BCAB22}" type="presOf" srcId="{E72A1C2F-6DD0-42B6-BE12-18EF30927D8F}" destId="{E9A76219-AFA0-4E6F-B05F-A5660211AE76}" srcOrd="1" destOrd="0" presId="urn:microsoft.com/office/officeart/2008/layout/HorizontalMultiLevelHierarchy"/>
    <dgm:cxn modelId="{2C699222-A989-4C05-8F16-740B5406A93A}" type="presOf" srcId="{9C993554-6543-414C-9EA2-D677117D1E0C}" destId="{29078559-FA36-4C39-B4C3-76B7B997981E}" srcOrd="0" destOrd="0" presId="urn:microsoft.com/office/officeart/2008/layout/HorizontalMultiLevelHierarchy"/>
    <dgm:cxn modelId="{08B8D226-F7A5-4B2C-B8F3-3A17CBA6C7E9}" type="presOf" srcId="{5509352C-24AD-4655-87AA-835BC96B0B41}" destId="{C19C104F-F534-4E0B-B291-8A8EA61FF5E5}" srcOrd="1" destOrd="0" presId="urn:microsoft.com/office/officeart/2008/layout/HorizontalMultiLevelHierarchy"/>
    <dgm:cxn modelId="{C09F6427-F0DF-457B-A36F-6821BC1D9D04}" type="presOf" srcId="{CB2855E3-1077-4AAA-AC0B-B4818CE62ADC}" destId="{A723F219-5BD4-4EC2-9E09-73E9AE062AE5}" srcOrd="0" destOrd="0" presId="urn:microsoft.com/office/officeart/2008/layout/HorizontalMultiLevelHierarchy"/>
    <dgm:cxn modelId="{63CB5329-62ED-4D0B-A39E-A1588ED1AF38}" type="presOf" srcId="{8592EC3B-68A6-4FF0-9D3B-F138FFC73021}" destId="{4C619735-E222-4A06-94F2-F77A7A963717}" srcOrd="0" destOrd="0" presId="urn:microsoft.com/office/officeart/2008/layout/HorizontalMultiLevelHierarchy"/>
    <dgm:cxn modelId="{C2E7B929-33FF-4FE4-BBA1-DEA66A480D8B}" srcId="{953A691B-B284-4A98-BDA9-687FFED5CF84}" destId="{96D20432-03DD-4506-98EE-F73EF6B2D70B}" srcOrd="1" destOrd="0" parTransId="{618033E5-E257-4132-B76A-B30BBE600BD7}" sibTransId="{F83E32CC-EC30-4588-8BC5-B0EF0B6D0117}"/>
    <dgm:cxn modelId="{519A6C2A-1098-4205-AEFA-0D9427A4F83D}" type="presOf" srcId="{4E866EB2-820A-44B7-8F1A-2979536024BA}" destId="{3654CC79-9D37-4970-8E3D-1937C3875BB1}" srcOrd="0" destOrd="0" presId="urn:microsoft.com/office/officeart/2008/layout/HorizontalMultiLevelHierarchy"/>
    <dgm:cxn modelId="{B679AB2A-EBE1-47B4-B054-A60E4875499E}" type="presOf" srcId="{C9052A13-9250-440F-988B-F9E37D0E91EA}" destId="{846CF96E-0562-414A-BDF2-C2AFC4984D7C}" srcOrd="0" destOrd="0" presId="urn:microsoft.com/office/officeart/2008/layout/HorizontalMultiLevelHierarchy"/>
    <dgm:cxn modelId="{CB06BE2A-3CCA-44A0-8D8D-408BC97000B5}" type="presOf" srcId="{10C947B3-8AF7-4FB9-8018-D5A20C1BB67B}" destId="{049E5A5B-A91D-43EA-AE69-5697E2C74789}" srcOrd="0" destOrd="0" presId="urn:microsoft.com/office/officeart/2008/layout/HorizontalMultiLevelHierarchy"/>
    <dgm:cxn modelId="{FA04CB2A-9635-485E-BEF2-866F7116E384}" type="presOf" srcId="{3B7635BC-4AB5-43DA-B615-7AE0C1CA63CB}" destId="{35F39FBA-5B06-4CE8-BAD9-3AED784146C9}" srcOrd="0" destOrd="0" presId="urn:microsoft.com/office/officeart/2008/layout/HorizontalMultiLevelHierarchy"/>
    <dgm:cxn modelId="{04A1F62B-2DD2-4CC2-8953-318A5222E70A}" srcId="{953A691B-B284-4A98-BDA9-687FFED5CF84}" destId="{8FD9D1B9-778F-4A24-8B04-1A58E61A465E}" srcOrd="0" destOrd="0" parTransId="{95345720-FEB3-42A1-AB79-8920AA93C57D}" sibTransId="{72E13560-9C0B-4B36-9873-4101AB947B33}"/>
    <dgm:cxn modelId="{E0213B2E-9AF6-46C1-8A7C-206696A5130A}" srcId="{3B7635BC-4AB5-43DA-B615-7AE0C1CA63CB}" destId="{7E0F5EA2-EB20-40C6-BEA0-01E54BDD93A0}" srcOrd="2" destOrd="0" parTransId="{CABA5573-8458-48E1-B733-9EBC37EE0FA2}" sibTransId="{376F132C-5108-4DCF-8C01-9A1820953D6A}"/>
    <dgm:cxn modelId="{19ED7C2F-5B86-40BF-9557-6F1D5459D21A}" type="presOf" srcId="{7E85E0F5-F460-4656-804F-0C434BB1982C}" destId="{4108B0E5-3168-4145-A2EE-B6C482495257}" srcOrd="0" destOrd="0" presId="urn:microsoft.com/office/officeart/2008/layout/HorizontalMultiLevelHierarchy"/>
    <dgm:cxn modelId="{072FA331-1AD4-4CCF-96ED-72910F8CCDD5}" type="presOf" srcId="{3347E179-88EF-419E-BDB1-CF4C8F7F720D}" destId="{7B0DD98D-1C69-40A9-8970-87FDE4D1AD46}" srcOrd="1" destOrd="0" presId="urn:microsoft.com/office/officeart/2008/layout/HorizontalMultiLevelHierarchy"/>
    <dgm:cxn modelId="{B1430432-13A8-49AD-983A-1536F19A615F}" type="presOf" srcId="{EE94BAEC-0BFB-4E00-A903-1E58F6C3201B}" destId="{4EAC7479-2F72-4D0A-A562-705CFB9CEE88}" srcOrd="1" destOrd="0" presId="urn:microsoft.com/office/officeart/2008/layout/HorizontalMultiLevelHierarchy"/>
    <dgm:cxn modelId="{6949EE32-8AB5-40AF-A1D6-5B5C1F3F1BB9}" srcId="{E50B7DFA-B3EE-4E6A-BBF2-18192D34034E}" destId="{B43370F6-5DB6-48E7-9BE5-BE1E2C52060D}" srcOrd="2" destOrd="0" parTransId="{8D087674-D0D0-4F80-B80E-FAA76746B48A}" sibTransId="{A83A45A3-6DB3-4C8C-B251-6072A16C84E5}"/>
    <dgm:cxn modelId="{8F8D5337-E12F-448A-BAB3-50986C8537C8}" srcId="{909CE71E-BF86-47D3-B7D9-8393AFDEB116}" destId="{F5F98026-38D1-49B1-A08D-728D2876CDF6}" srcOrd="0" destOrd="0" parTransId="{0D2DE31D-066E-4A99-8072-A460DE831406}" sibTransId="{4E52BA67-5B6A-4174-8990-CD0166B18E54}"/>
    <dgm:cxn modelId="{BCDA713B-43A1-4C41-A28F-348A743C98DD}" type="presOf" srcId="{F71969C0-988A-4227-BF5A-2C5F2C94B5E4}" destId="{B9D11CD2-E5DA-4D65-88E8-649DC524041C}" srcOrd="1" destOrd="0" presId="urn:microsoft.com/office/officeart/2008/layout/HorizontalMultiLevelHierarchy"/>
    <dgm:cxn modelId="{664B483C-284D-4964-9747-029D3AD7E5D3}" srcId="{9C993554-6543-414C-9EA2-D677117D1E0C}" destId="{241BCBEE-066A-4E39-904E-E670FBC4AF98}" srcOrd="0" destOrd="0" parTransId="{3347E179-88EF-419E-BDB1-CF4C8F7F720D}" sibTransId="{6276D14B-EB6D-4DB3-93B4-73E48CB3FF0C}"/>
    <dgm:cxn modelId="{DF44583E-A966-4B0B-A1FA-981A9A48B4EA}" srcId="{8BF80CAF-B826-4309-BEAA-98E422376143}" destId="{909CE71E-BF86-47D3-B7D9-8393AFDEB116}" srcOrd="2" destOrd="0" parTransId="{8592EC3B-68A6-4FF0-9D3B-F138FFC73021}" sibTransId="{00899B46-9E25-43BF-8979-0DFC2068013A}"/>
    <dgm:cxn modelId="{65705C5B-7E6A-41A1-91FE-0CCBFF114917}" type="presOf" srcId="{B3F1924A-75F4-451C-AFBC-F5A596FAD44C}" destId="{1590E27F-5D25-4454-A4CC-CA98A68FE061}" srcOrd="0" destOrd="0" presId="urn:microsoft.com/office/officeart/2008/layout/HorizontalMultiLevelHierarchy"/>
    <dgm:cxn modelId="{7F0BA341-B042-4B94-8E3C-F3F5E8144355}" type="presOf" srcId="{88C5FA47-C2F6-4F2C-B587-29B486C70EDA}" destId="{F7DADEAC-C53E-4E25-94FB-F1F6BC6A9C40}" srcOrd="0" destOrd="0" presId="urn:microsoft.com/office/officeart/2008/layout/HorizontalMultiLevelHierarchy"/>
    <dgm:cxn modelId="{700C7343-EA47-4CB4-B740-99103F99AAF3}" type="presOf" srcId="{9797AE37-5D14-48A6-82E7-31AEEC31F2E8}" destId="{5675C774-A74D-4654-8A8E-F4100D61F868}" srcOrd="0" destOrd="0" presId="urn:microsoft.com/office/officeart/2008/layout/HorizontalMultiLevelHierarchy"/>
    <dgm:cxn modelId="{C5F08563-3AC8-4CE4-82C3-FBE2EF8C6A38}" type="presOf" srcId="{241BCBEE-066A-4E39-904E-E670FBC4AF98}" destId="{52F87042-8242-49A2-AF5F-CF960EAF18B1}" srcOrd="0" destOrd="0" presId="urn:microsoft.com/office/officeart/2008/layout/HorizontalMultiLevelHierarchy"/>
    <dgm:cxn modelId="{60B61845-E10B-4B32-B838-3B1F8D52F303}" type="presOf" srcId="{6D6D2D8A-2858-4B68-B25C-921A9B236D0C}" destId="{C7D25787-4C94-47BF-90C3-C7721603A092}" srcOrd="0" destOrd="0" presId="urn:microsoft.com/office/officeart/2008/layout/HorizontalMultiLevelHierarchy"/>
    <dgm:cxn modelId="{CD9C1B45-ECAA-42D3-B10D-A09953C49050}" type="presOf" srcId="{8D087674-D0D0-4F80-B80E-FAA76746B48A}" destId="{070923CC-892B-4935-83F9-AC52C8D6D4D8}" srcOrd="0" destOrd="0" presId="urn:microsoft.com/office/officeart/2008/layout/HorizontalMultiLevelHierarchy"/>
    <dgm:cxn modelId="{4505D946-6E3F-4081-88B9-74ABD5DEB693}" type="presOf" srcId="{C6F82799-3528-41AF-9317-924E30230F61}" destId="{F9827FC3-346E-4340-962C-A91603E74C1A}" srcOrd="0" destOrd="0" presId="urn:microsoft.com/office/officeart/2008/layout/HorizontalMultiLevelHierarchy"/>
    <dgm:cxn modelId="{4E21D869-9396-40F2-A8FB-BDFD6FE56E8D}" type="presOf" srcId="{95345720-FEB3-42A1-AB79-8920AA93C57D}" destId="{B8960052-DF6E-4798-9E1E-37D04D26355D}" srcOrd="1" destOrd="0" presId="urn:microsoft.com/office/officeart/2008/layout/HorizontalMultiLevelHierarchy"/>
    <dgm:cxn modelId="{18686C6C-CF13-4D60-A6A0-EC57EA99043F}" srcId="{BDD48CBC-34CB-4DD7-ACA2-8F1760AC4ECF}" destId="{3B7635BC-4AB5-43DA-B615-7AE0C1CA63CB}" srcOrd="0" destOrd="0" parTransId="{FCCA2600-46CC-4484-B1C3-7C533227BB4C}" sibTransId="{F4577074-422E-4070-9211-AD9077305B66}"/>
    <dgm:cxn modelId="{B137786C-5A80-4C3A-AF36-B71CCCD5D77B}" type="presOf" srcId="{95345720-FEB3-42A1-AB79-8920AA93C57D}" destId="{808F9BCD-19E5-4262-9908-A3B8EB172C71}" srcOrd="0" destOrd="0" presId="urn:microsoft.com/office/officeart/2008/layout/HorizontalMultiLevelHierarchy"/>
    <dgm:cxn modelId="{7F97C16E-A558-4A8F-9327-EB977D0B84CC}" srcId="{593A0B31-39D1-472B-BFB9-79B329F6642F}" destId="{86EFB58A-AB37-463E-BD85-B8702165B454}" srcOrd="0" destOrd="0" parTransId="{5509352C-24AD-4655-87AA-835BC96B0B41}" sibTransId="{B27F241E-3787-4606-A2B0-8D6B110477E4}"/>
    <dgm:cxn modelId="{C995F76E-004C-4241-B184-6220E0EE76AF}" type="presOf" srcId="{5A53E972-9F49-4291-B150-5B751608CC5C}" destId="{46618C5B-99A2-4D74-BCF0-5861A26544F9}" srcOrd="1" destOrd="0" presId="urn:microsoft.com/office/officeart/2008/layout/HorizontalMultiLevelHierarchy"/>
    <dgm:cxn modelId="{762C5F4F-5C7E-4DDE-97B8-A85A58596927}" type="presOf" srcId="{4CD3F8B9-1638-46ED-8F80-18ADE73371BA}" destId="{3CA01373-494C-48F8-B671-154F5B09C6C9}" srcOrd="0" destOrd="0" presId="urn:microsoft.com/office/officeart/2008/layout/HorizontalMultiLevelHierarchy"/>
    <dgm:cxn modelId="{575FD36F-942B-474D-B35C-2331383D26B2}" srcId="{8BF80CAF-B826-4309-BEAA-98E422376143}" destId="{E50B7DFA-B3EE-4E6A-BBF2-18192D34034E}" srcOrd="0" destOrd="0" parTransId="{FD4FCEB3-C095-4897-A937-1D043414C7C2}" sibTransId="{66A65296-7321-4AC9-9911-5332DDF07DC6}"/>
    <dgm:cxn modelId="{18A5AD50-F383-4ED1-8515-4EF2845F4071}" type="presOf" srcId="{5A53E972-9F49-4291-B150-5B751608CC5C}" destId="{6E5A0142-AA78-45CB-9841-AB2249D625F4}" srcOrd="0" destOrd="0" presId="urn:microsoft.com/office/officeart/2008/layout/HorizontalMultiLevelHierarchy"/>
    <dgm:cxn modelId="{74F47D52-411A-43F0-8E0A-7B4D4CD520EE}" type="presOf" srcId="{BDD48CBC-34CB-4DD7-ACA2-8F1760AC4ECF}" destId="{40D8D8B4-1783-4A05-8961-E1E5BB284F00}" srcOrd="0" destOrd="0" presId="urn:microsoft.com/office/officeart/2008/layout/HorizontalMultiLevelHierarchy"/>
    <dgm:cxn modelId="{CFE35656-6A08-4E89-B0E9-6C5D94C67AD0}" type="presOf" srcId="{F5F98026-38D1-49B1-A08D-728D2876CDF6}" destId="{C786B6A3-C068-4165-9A31-F2780D758C97}" srcOrd="0" destOrd="0" presId="urn:microsoft.com/office/officeart/2008/layout/HorizontalMultiLevelHierarchy"/>
    <dgm:cxn modelId="{C605D376-79E9-4AAD-B21E-CD6F1BD9FD36}" type="presOf" srcId="{048FAC4E-E750-4815-8375-F5688B1AA4E6}" destId="{2D84EBD9-EAAE-461C-BD5C-8D7D6493CA42}" srcOrd="0" destOrd="0" presId="urn:microsoft.com/office/officeart/2008/layout/HorizontalMultiLevelHierarchy"/>
    <dgm:cxn modelId="{C6178E57-EA7B-4077-B5B1-B1266D542AC7}" srcId="{8BF80CAF-B826-4309-BEAA-98E422376143}" destId="{7E85E0F5-F460-4656-804F-0C434BB1982C}" srcOrd="1" destOrd="0" parTransId="{50E35B8C-D04B-40C5-A582-4DFBC7E6A2B3}" sibTransId="{A7E9DDBE-B5E4-4FE6-B968-AF37281CFAC1}"/>
    <dgm:cxn modelId="{3F24B777-2D42-4ECA-801B-6518B1CFA06D}" type="presOf" srcId="{CD17E10C-C605-4E9F-92A9-941977F01C73}" destId="{B164ECF3-F6EC-441E-BAE0-C5E45A2BF58B}" srcOrd="1" destOrd="0" presId="urn:microsoft.com/office/officeart/2008/layout/HorizontalMultiLevelHierarchy"/>
    <dgm:cxn modelId="{561EC377-61C6-4259-A710-7A830EF8DB39}" type="presOf" srcId="{50E35B8C-D04B-40C5-A582-4DFBC7E6A2B3}" destId="{55173FB4-6291-4690-9692-707EABEAB368}" srcOrd="0" destOrd="0" presId="urn:microsoft.com/office/officeart/2008/layout/HorizontalMultiLevelHierarchy"/>
    <dgm:cxn modelId="{5408CE58-D950-40A6-A918-E0ECB4D20DAD}" type="presOf" srcId="{EE94BAEC-0BFB-4E00-A903-1E58F6C3201B}" destId="{EFA6D4A5-BB87-44CF-9E0A-171B993A1184}" srcOrd="0" destOrd="0" presId="urn:microsoft.com/office/officeart/2008/layout/HorizontalMultiLevelHierarchy"/>
    <dgm:cxn modelId="{858F4879-AE29-45CE-B434-31760DE5179A}" type="presOf" srcId="{8592EC3B-68A6-4FF0-9D3B-F138FFC73021}" destId="{96BF62FE-49B0-484B-BD97-BD49E5454074}" srcOrd="1" destOrd="0" presId="urn:microsoft.com/office/officeart/2008/layout/HorizontalMultiLevelHierarchy"/>
    <dgm:cxn modelId="{6818CC59-6C69-4837-90B2-AA72F7907F67}" type="presOf" srcId="{3347E179-88EF-419E-BDB1-CF4C8F7F720D}" destId="{BF6A7581-ED12-4820-B5CD-B7A419D8FE06}" srcOrd="0" destOrd="0" presId="urn:microsoft.com/office/officeart/2008/layout/HorizontalMultiLevelHierarchy"/>
    <dgm:cxn modelId="{0FCB725A-2797-4A0F-AA9E-E9E22D8102C5}" type="presOf" srcId="{8D087674-D0D0-4F80-B80E-FAA76746B48A}" destId="{3A9F1188-F211-4773-9606-3A67594B8431}" srcOrd="1" destOrd="0" presId="urn:microsoft.com/office/officeart/2008/layout/HorizontalMultiLevelHierarchy"/>
    <dgm:cxn modelId="{490E277B-C8E3-4A6A-B976-3396F74A2AA2}" srcId="{7E0F5EA2-EB20-40C6-BEA0-01E54BDD93A0}" destId="{4E866EB2-820A-44B7-8F1A-2979536024BA}" srcOrd="0" destOrd="0" parTransId="{C6F82799-3528-41AF-9317-924E30230F61}" sibTransId="{08FA48FE-D549-4359-889B-E69CBE7DAE2B}"/>
    <dgm:cxn modelId="{ABAEC17C-DE7A-4433-BDEC-F50B15613304}" type="presOf" srcId="{E72A1C2F-6DD0-42B6-BE12-18EF30927D8F}" destId="{36970A07-1FEA-4C8A-B1AF-014FF733202A}" srcOrd="0" destOrd="0" presId="urn:microsoft.com/office/officeart/2008/layout/HorizontalMultiLevelHierarchy"/>
    <dgm:cxn modelId="{F398547F-5544-49A8-9325-A14E537BCBCE}" type="presOf" srcId="{96D20432-03DD-4506-98EE-F73EF6B2D70B}" destId="{960284E2-21B5-4EEF-A130-E30E420BA851}" srcOrd="0" destOrd="0" presId="urn:microsoft.com/office/officeart/2008/layout/HorizontalMultiLevelHierarchy"/>
    <dgm:cxn modelId="{FBCC8282-4BF7-4BAF-8DF7-96BEE79D7217}" type="presOf" srcId="{51AA43FE-4441-4632-88DA-EB63C3B48E36}" destId="{F793FC48-B0B3-4C1E-8C7E-3D22D89010B0}" srcOrd="0" destOrd="0" presId="urn:microsoft.com/office/officeart/2008/layout/HorizontalMultiLevelHierarchy"/>
    <dgm:cxn modelId="{4336EA83-9D0E-4626-9C98-1D149249A853}" srcId="{8BF80CAF-B826-4309-BEAA-98E422376143}" destId="{88D2D553-B0D9-4314-B86F-F43D17FF881F}" srcOrd="3" destOrd="0" parTransId="{F71969C0-988A-4227-BF5A-2C5F2C94B5E4}" sibTransId="{2EACAC09-0C65-4560-988A-2D6544A11F90}"/>
    <dgm:cxn modelId="{56633784-9301-4EAB-95CE-CBF4D27052B8}" type="presOf" srcId="{CABA5573-8458-48E1-B733-9EBC37EE0FA2}" destId="{1032000F-4A83-4D18-8089-174D41BF952F}" srcOrd="0" destOrd="0" presId="urn:microsoft.com/office/officeart/2008/layout/HorizontalMultiLevelHierarchy"/>
    <dgm:cxn modelId="{8237198A-065B-4C50-A4B0-AE95AC3289F4}" type="presOf" srcId="{8FD9D1B9-778F-4A24-8B04-1A58E61A465E}" destId="{21C91BED-67FC-4B27-9EE2-62E410771FBD}" srcOrd="0" destOrd="0" presId="urn:microsoft.com/office/officeart/2008/layout/HorizontalMultiLevelHierarchy"/>
    <dgm:cxn modelId="{31D7CC8A-FD35-4E70-9F6F-B06494508D4A}" type="presOf" srcId="{618033E5-E257-4132-B76A-B30BBE600BD7}" destId="{717ECB1D-B379-4AAD-96C2-B690E87A7E2E}" srcOrd="0" destOrd="0" presId="urn:microsoft.com/office/officeart/2008/layout/HorizontalMultiLevelHierarchy"/>
    <dgm:cxn modelId="{C568798B-AC32-409E-8F4E-8F96F18AC90B}" type="presOf" srcId="{BED471F0-BC73-41F0-B09D-BBE36FB3EF16}" destId="{F0BF6059-74BE-48E6-A924-E38020F89AC8}" srcOrd="0" destOrd="0" presId="urn:microsoft.com/office/officeart/2008/layout/HorizontalMultiLevelHierarchy"/>
    <dgm:cxn modelId="{16E50091-6DF7-4423-B63A-2C8764953073}" type="presOf" srcId="{4CD3F8B9-1638-46ED-8F80-18ADE73371BA}" destId="{782F680C-BC5F-4D00-B8D8-07263256E3E0}" srcOrd="1" destOrd="0" presId="urn:microsoft.com/office/officeart/2008/layout/HorizontalMultiLevelHierarchy"/>
    <dgm:cxn modelId="{43415D91-10BE-4BE0-B422-28804ADEF32B}" type="presOf" srcId="{6D6D2D8A-2858-4B68-B25C-921A9B236D0C}" destId="{CADD3C69-B33E-4BA0-A58B-33162C0E67C3}" srcOrd="1" destOrd="0" presId="urn:microsoft.com/office/officeart/2008/layout/HorizontalMultiLevelHierarchy"/>
    <dgm:cxn modelId="{BD9C9F92-F0E8-443E-A274-2D7F5552EAB4}" type="presOf" srcId="{C6F82799-3528-41AF-9317-924E30230F61}" destId="{807B60AE-2B3A-4FB7-8E5F-3F0A7FF44285}" srcOrd="1" destOrd="0" presId="urn:microsoft.com/office/officeart/2008/layout/HorizontalMultiLevelHierarchy"/>
    <dgm:cxn modelId="{1BD4F692-8DD0-4AC5-B476-02B241F33093}" type="presOf" srcId="{AD8E8B44-FFC4-427E-B5BF-160C667E4036}" destId="{B3E1F5C3-8C86-482B-8D79-7C1E31F1F497}" srcOrd="1" destOrd="0" presId="urn:microsoft.com/office/officeart/2008/layout/HorizontalMultiLevelHierarchy"/>
    <dgm:cxn modelId="{9601F994-0E72-47AC-8521-20ED0AD010A0}" type="presOf" srcId="{EF1A4C01-7394-4897-9B0D-D33E211A5F98}" destId="{8F67FE28-F10E-43A1-8B7E-BBC2C8CBA73F}" srcOrd="0" destOrd="0" presId="urn:microsoft.com/office/officeart/2008/layout/HorizontalMultiLevelHierarchy"/>
    <dgm:cxn modelId="{E24F1E98-A339-4FC8-BA2C-F3CE0003A0D3}" type="presOf" srcId="{B43370F6-5DB6-48E7-9BE5-BE1E2C52060D}" destId="{D0A91FB5-D073-4453-BFBA-B51D82271F6B}" srcOrd="0" destOrd="0" presId="urn:microsoft.com/office/officeart/2008/layout/HorizontalMultiLevelHierarchy"/>
    <dgm:cxn modelId="{1396C59A-3377-4F0F-82A3-CA1250DB1642}" type="presOf" srcId="{7E0F5EA2-EB20-40C6-BEA0-01E54BDD93A0}" destId="{D5255625-2276-4C7B-B9FC-8679B4B25DE6}" srcOrd="0" destOrd="0" presId="urn:microsoft.com/office/officeart/2008/layout/HorizontalMultiLevelHierarchy"/>
    <dgm:cxn modelId="{0CC3619F-999C-4795-B5D1-6CE4295F3F8F}" type="presOf" srcId="{909CE71E-BF86-47D3-B7D9-8393AFDEB116}" destId="{CC5FAF37-A0C3-4540-A8E6-DE77FA694B65}" srcOrd="0" destOrd="0" presId="urn:microsoft.com/office/officeart/2008/layout/HorizontalMultiLevelHierarchy"/>
    <dgm:cxn modelId="{BFE9DDA1-3FCE-409A-8A89-8B1C44685D21}" srcId="{3B7635BC-4AB5-43DA-B615-7AE0C1CA63CB}" destId="{048FAC4E-E750-4815-8375-F5688B1AA4E6}" srcOrd="0" destOrd="0" parTransId="{B3F1924A-75F4-451C-AFBC-F5A596FAD44C}" sibTransId="{3A485091-F3DD-4879-B0EE-FC4A9D9D67FF}"/>
    <dgm:cxn modelId="{DB78BCAF-30E8-49B0-B5E3-D47888CAB7A4}" type="presOf" srcId="{AD8E8B44-FFC4-427E-B5BF-160C667E4036}" destId="{787C2340-9370-4852-BBB3-1BB38A600E9C}" srcOrd="0" destOrd="0" presId="urn:microsoft.com/office/officeart/2008/layout/HorizontalMultiLevelHierarchy"/>
    <dgm:cxn modelId="{E0B1F4B1-5B2F-42A9-8BEB-8BC314101CFA}" type="presOf" srcId="{260CA2B2-64B4-4740-A391-CE188E26B2DF}" destId="{004A3D80-742D-4050-978E-865CE99FCA54}" srcOrd="0" destOrd="0" presId="urn:microsoft.com/office/officeart/2008/layout/HorizontalMultiLevelHierarchy"/>
    <dgm:cxn modelId="{27C24DB4-170E-4F46-B56E-831634DE3156}" srcId="{7E85E0F5-F460-4656-804F-0C434BB1982C}" destId="{593A0B31-39D1-472B-BFB9-79B329F6642F}" srcOrd="1" destOrd="0" parTransId="{5A53E972-9F49-4291-B150-5B751608CC5C}" sibTransId="{AF6ADC8D-0685-4B5C-AE74-38D8B6E4C752}"/>
    <dgm:cxn modelId="{D332DCB6-2626-467D-AD0F-A75FA389C2A4}" srcId="{E50B7DFA-B3EE-4E6A-BBF2-18192D34034E}" destId="{C9052A13-9250-440F-988B-F9E37D0E91EA}" srcOrd="1" destOrd="0" parTransId="{EE94BAEC-0BFB-4E00-A903-1E58F6C3201B}" sibTransId="{AACE096E-1D48-4A23-BDB5-D6687DF1A409}"/>
    <dgm:cxn modelId="{97BA1DBA-A691-49AA-A6CA-DACCE738B201}" srcId="{048FAC4E-E750-4815-8375-F5688B1AA4E6}" destId="{592F663C-1C60-4BD2-A89E-FFFEEC4F5250}" srcOrd="0" destOrd="0" parTransId="{EF1A4C01-7394-4897-9B0D-D33E211A5F98}" sibTransId="{18F0575B-77CC-46FA-B242-C5C750E51DF6}"/>
    <dgm:cxn modelId="{DEB618BD-F1E7-457D-8A54-0F78A5C11DE1}" type="presOf" srcId="{FD4FCEB3-C095-4897-A937-1D043414C7C2}" destId="{7B022C26-8807-452B-A592-9F7D484E8D63}" srcOrd="0" destOrd="0" presId="urn:microsoft.com/office/officeart/2008/layout/HorizontalMultiLevelHierarchy"/>
    <dgm:cxn modelId="{A92722C0-C4F3-4F80-B3DF-09B6F9838768}" type="presOf" srcId="{8BF80CAF-B826-4309-BEAA-98E422376143}" destId="{DBC5C04B-39E5-471F-9C29-D4D99BD729E8}" srcOrd="0" destOrd="0" presId="urn:microsoft.com/office/officeart/2008/layout/HorizontalMultiLevelHierarchy"/>
    <dgm:cxn modelId="{4B3BA5C0-D698-4976-9E52-DD848A0AF216}" type="presOf" srcId="{0D2DE31D-066E-4A99-8072-A460DE831406}" destId="{CC3F4D09-2846-47CB-9752-7483B6A06B2B}" srcOrd="1" destOrd="0" presId="urn:microsoft.com/office/officeart/2008/layout/HorizontalMultiLevelHierarchy"/>
    <dgm:cxn modelId="{40C848C4-41BA-4F66-94CB-D6B71D084E14}" type="presOf" srcId="{5509352C-24AD-4655-87AA-835BC96B0B41}" destId="{B2A362C5-71C1-4DFF-9C60-91C7F0C69889}" srcOrd="0" destOrd="0" presId="urn:microsoft.com/office/officeart/2008/layout/HorizontalMultiLevelHierarchy"/>
    <dgm:cxn modelId="{F81098C4-26EF-4897-94EA-99E61E08D024}" type="presOf" srcId="{EF1A4C01-7394-4897-9B0D-D33E211A5F98}" destId="{E862BFDC-8042-4F99-9A2C-AA25FFDAC8CE}" srcOrd="1" destOrd="0" presId="urn:microsoft.com/office/officeart/2008/layout/HorizontalMultiLevelHierarchy"/>
    <dgm:cxn modelId="{38CAC9C4-86E4-4338-9E4C-F77DB630C9C6}" srcId="{048FAC4E-E750-4815-8375-F5688B1AA4E6}" destId="{10C947B3-8AF7-4FB9-8018-D5A20C1BB67B}" srcOrd="1" destOrd="0" parTransId="{6D6D2D8A-2858-4B68-B25C-921A9B236D0C}" sibTransId="{4EF0C857-D183-4D98-ABFE-081190CAF9B7}"/>
    <dgm:cxn modelId="{CCC5E3C5-68B7-461A-8589-B07624CA0C68}" type="presOf" srcId="{EED46F4B-E8DD-4390-934F-FA87BE5D1D1F}" destId="{716BD459-FD3E-42CB-A82A-7D4C8A2161EE}" srcOrd="0" destOrd="0" presId="urn:microsoft.com/office/officeart/2008/layout/HorizontalMultiLevelHierarchy"/>
    <dgm:cxn modelId="{396769C6-FFC8-4DA9-AD9B-6865EBBDF2B2}" srcId="{3B7635BC-4AB5-43DA-B615-7AE0C1CA63CB}" destId="{953A691B-B284-4A98-BDA9-687FFED5CF84}" srcOrd="1" destOrd="0" parTransId="{BED471F0-BC73-41F0-B09D-BBE36FB3EF16}" sibTransId="{ECF5D02D-0C79-4521-8B71-CED76041641A}"/>
    <dgm:cxn modelId="{FFF8C6CB-A782-466A-88FB-B161B37EAA02}" type="presOf" srcId="{CD17E10C-C605-4E9F-92A9-941977F01C73}" destId="{949E51DE-E31E-424A-B33D-032F942A9575}" srcOrd="0" destOrd="0" presId="urn:microsoft.com/office/officeart/2008/layout/HorizontalMultiLevelHierarchy"/>
    <dgm:cxn modelId="{C6992CD1-B665-40A1-9B0C-AFA4072C5F27}" type="presOf" srcId="{0D2DE31D-066E-4A99-8072-A460DE831406}" destId="{5E1E8358-C585-40D0-A627-B10A35F88419}" srcOrd="0" destOrd="0" presId="urn:microsoft.com/office/officeart/2008/layout/HorizontalMultiLevelHierarchy"/>
    <dgm:cxn modelId="{D0D2FBD2-C9DD-40DD-9555-857BAB00F353}" type="presOf" srcId="{B3F1924A-75F4-451C-AFBC-F5A596FAD44C}" destId="{22600A48-F108-46D3-9BF0-97FC7C230A5A}" srcOrd="1" destOrd="0" presId="urn:microsoft.com/office/officeart/2008/layout/HorizontalMultiLevelHierarchy"/>
    <dgm:cxn modelId="{E0FA04D3-52D7-4CD7-8BE8-8F015A1EF6BB}" srcId="{7E0F5EA2-EB20-40C6-BEA0-01E54BDD93A0}" destId="{2BC1157E-1196-49FB-A315-F17A505E6F7B}" srcOrd="1" destOrd="0" parTransId="{4CD3F8B9-1638-46ED-8F80-18ADE73371BA}" sibTransId="{DEBCCF11-CBAF-4B77-978C-0238D68EE295}"/>
    <dgm:cxn modelId="{A57FA0D9-9883-45AC-A02C-DCD4F8D60FDC}" type="presOf" srcId="{260CA2B2-64B4-4740-A391-CE188E26B2DF}" destId="{7BFE44F3-FFE6-4491-8823-2C15083F5D9D}" srcOrd="1" destOrd="0" presId="urn:microsoft.com/office/officeart/2008/layout/HorizontalMultiLevelHierarchy"/>
    <dgm:cxn modelId="{EFAAC8D9-3A26-454F-A368-67B8577F275E}" type="presOf" srcId="{592F663C-1C60-4BD2-A89E-FFFEEC4F5250}" destId="{F50116CB-518F-47C7-9DE8-64B3C88AF36E}" srcOrd="0" destOrd="0" presId="urn:microsoft.com/office/officeart/2008/layout/HorizontalMultiLevelHierarchy"/>
    <dgm:cxn modelId="{863A26E2-5BF1-4ABD-8151-24465445F55E}" srcId="{7E85E0F5-F460-4656-804F-0C434BB1982C}" destId="{9C993554-6543-414C-9EA2-D677117D1E0C}" srcOrd="0" destOrd="0" parTransId="{CD17E10C-C605-4E9F-92A9-941977F01C73}" sibTransId="{1081036A-F18B-4588-80E6-BBE29AE452EB}"/>
    <dgm:cxn modelId="{ADBA42E4-098A-4ECE-B11B-07C740A19154}" type="presOf" srcId="{F71969C0-988A-4227-BF5A-2C5F2C94B5E4}" destId="{33EB7E0A-1873-4A76-B54A-E043963F0B4F}" srcOrd="0" destOrd="0" presId="urn:microsoft.com/office/officeart/2008/layout/HorizontalMultiLevelHierarchy"/>
    <dgm:cxn modelId="{ACB9F3E9-F235-4F1D-A58A-1117D00EA77A}" type="presOf" srcId="{953A691B-B284-4A98-BDA9-687FFED5CF84}" destId="{0AC200E6-F4AA-4229-B13C-6D233047902B}" srcOrd="0" destOrd="0" presId="urn:microsoft.com/office/officeart/2008/layout/HorizontalMultiLevelHierarchy"/>
    <dgm:cxn modelId="{AAC22AED-FDEE-4518-899B-2EEEF5DC273E}" type="presOf" srcId="{88D2D553-B0D9-4314-B86F-F43D17FF881F}" destId="{4C1D4385-EDA6-4C7D-A56A-9A9065402F2D}" srcOrd="0" destOrd="0" presId="urn:microsoft.com/office/officeart/2008/layout/HorizontalMultiLevelHierarchy"/>
    <dgm:cxn modelId="{AD5BC2EE-8386-4572-8459-12C4B5003425}" type="presOf" srcId="{86EFB58A-AB37-463E-BD85-B8702165B454}" destId="{39716EE5-5A7F-49E7-A32B-A55A4AE9043E}" srcOrd="0" destOrd="0" presId="urn:microsoft.com/office/officeart/2008/layout/HorizontalMultiLevelHierarchy"/>
    <dgm:cxn modelId="{158D9FEF-C0E9-4F00-AE69-23CE81CBA7B3}" type="presOf" srcId="{CABA5573-8458-48E1-B733-9EBC37EE0FA2}" destId="{43432E08-C4C1-4A66-B23F-4203C316E955}" srcOrd="1" destOrd="0" presId="urn:microsoft.com/office/officeart/2008/layout/HorizontalMultiLevelHierarchy"/>
    <dgm:cxn modelId="{3F43ECF2-2C68-4EEA-A6D9-12BA93DB558E}" type="presOf" srcId="{692E34A9-B1A3-464F-917B-3D849BC36261}" destId="{87DFBFBA-9C84-487B-8E54-D44ECA165587}" srcOrd="0" destOrd="0" presId="urn:microsoft.com/office/officeart/2008/layout/HorizontalMultiLevelHierarchy"/>
    <dgm:cxn modelId="{F88941F3-9D2F-43D5-B1C1-66D06EF55012}" type="presOf" srcId="{E50B7DFA-B3EE-4E6A-BBF2-18192D34034E}" destId="{05D85CD4-BC52-445D-8135-A6AE0C87FB5B}" srcOrd="0" destOrd="0" presId="urn:microsoft.com/office/officeart/2008/layout/HorizontalMultiLevelHierarchy"/>
    <dgm:cxn modelId="{5C3493F7-BE56-4332-BF04-6D432C246E1E}" type="presOf" srcId="{2BC1157E-1196-49FB-A315-F17A505E6F7B}" destId="{C26E1C24-9D93-4398-8C91-985C40354D79}" srcOrd="0" destOrd="0" presId="urn:microsoft.com/office/officeart/2008/layout/HorizontalMultiLevelHierarchy"/>
    <dgm:cxn modelId="{C71788FB-FBB9-458A-BBDF-DC1154DC0D0E}" srcId="{51AA43FE-4441-4632-88DA-EB63C3B48E36}" destId="{CB2855E3-1077-4AAA-AC0B-B4818CE62ADC}" srcOrd="1" destOrd="0" parTransId="{260CA2B2-64B4-4740-A391-CE188E26B2DF}" sibTransId="{DDDA2CC6-8108-45A7-93C6-8202CEBCA6BA}"/>
    <dgm:cxn modelId="{6AB9FAFB-A926-45D4-BE0A-583BAC984242}" type="presOf" srcId="{EED46F4B-E8DD-4390-934F-FA87BE5D1D1F}" destId="{6451B49E-C501-4FF3-9D7E-7C233CAD3331}" srcOrd="1" destOrd="0" presId="urn:microsoft.com/office/officeart/2008/layout/HorizontalMultiLevelHierarchy"/>
    <dgm:cxn modelId="{292292DD-6F47-4911-8C5A-D047F4C14A72}" type="presParOf" srcId="{40D8D8B4-1783-4A05-8961-E1E5BB284F00}" destId="{68BF5207-F760-459A-A122-4F1B54346AF3}" srcOrd="0" destOrd="0" presId="urn:microsoft.com/office/officeart/2008/layout/HorizontalMultiLevelHierarchy"/>
    <dgm:cxn modelId="{3253B55B-43B4-4CEB-95A4-107854DD1586}" type="presParOf" srcId="{68BF5207-F760-459A-A122-4F1B54346AF3}" destId="{35F39FBA-5B06-4CE8-BAD9-3AED784146C9}" srcOrd="0" destOrd="0" presId="urn:microsoft.com/office/officeart/2008/layout/HorizontalMultiLevelHierarchy"/>
    <dgm:cxn modelId="{06562FFA-9381-471A-A748-92EB9C9D0222}" type="presParOf" srcId="{68BF5207-F760-459A-A122-4F1B54346AF3}" destId="{9631F00B-9353-4C7F-AC05-6C7251DBE588}" srcOrd="1" destOrd="0" presId="urn:microsoft.com/office/officeart/2008/layout/HorizontalMultiLevelHierarchy"/>
    <dgm:cxn modelId="{B1029953-6F33-427D-9E26-52E4667C3715}" type="presParOf" srcId="{9631F00B-9353-4C7F-AC05-6C7251DBE588}" destId="{1590E27F-5D25-4454-A4CC-CA98A68FE061}" srcOrd="0" destOrd="0" presId="urn:microsoft.com/office/officeart/2008/layout/HorizontalMultiLevelHierarchy"/>
    <dgm:cxn modelId="{B5765CE0-4B76-4BC1-A8D7-BAC048F1CB36}" type="presParOf" srcId="{1590E27F-5D25-4454-A4CC-CA98A68FE061}" destId="{22600A48-F108-46D3-9BF0-97FC7C230A5A}" srcOrd="0" destOrd="0" presId="urn:microsoft.com/office/officeart/2008/layout/HorizontalMultiLevelHierarchy"/>
    <dgm:cxn modelId="{BD3C5035-F86A-4F95-AB89-35F5A5E73392}" type="presParOf" srcId="{9631F00B-9353-4C7F-AC05-6C7251DBE588}" destId="{1F34EB6D-C1C5-4591-A59D-F2CFAA69C84D}" srcOrd="1" destOrd="0" presId="urn:microsoft.com/office/officeart/2008/layout/HorizontalMultiLevelHierarchy"/>
    <dgm:cxn modelId="{3EABB52B-FDCA-4E76-B15B-BE1FD9E87ACE}" type="presParOf" srcId="{1F34EB6D-C1C5-4591-A59D-F2CFAA69C84D}" destId="{2D84EBD9-EAAE-461C-BD5C-8D7D6493CA42}" srcOrd="0" destOrd="0" presId="urn:microsoft.com/office/officeart/2008/layout/HorizontalMultiLevelHierarchy"/>
    <dgm:cxn modelId="{33E37568-BB5C-4ED1-A84D-222B107454AB}" type="presParOf" srcId="{1F34EB6D-C1C5-4591-A59D-F2CFAA69C84D}" destId="{86FEE04A-E7DF-43C6-9B60-800F11A6D7B5}" srcOrd="1" destOrd="0" presId="urn:microsoft.com/office/officeart/2008/layout/HorizontalMultiLevelHierarchy"/>
    <dgm:cxn modelId="{1CFD1B69-20FA-4693-8570-7AD58D25D6C7}" type="presParOf" srcId="{86FEE04A-E7DF-43C6-9B60-800F11A6D7B5}" destId="{8F67FE28-F10E-43A1-8B7E-BBC2C8CBA73F}" srcOrd="0" destOrd="0" presId="urn:microsoft.com/office/officeart/2008/layout/HorizontalMultiLevelHierarchy"/>
    <dgm:cxn modelId="{E7D4B1B5-10C1-4A4A-B418-D2B7453722C0}" type="presParOf" srcId="{8F67FE28-F10E-43A1-8B7E-BBC2C8CBA73F}" destId="{E862BFDC-8042-4F99-9A2C-AA25FFDAC8CE}" srcOrd="0" destOrd="0" presId="urn:microsoft.com/office/officeart/2008/layout/HorizontalMultiLevelHierarchy"/>
    <dgm:cxn modelId="{E6B57362-349C-4E3A-B9B0-FD1D89413BF4}" type="presParOf" srcId="{86FEE04A-E7DF-43C6-9B60-800F11A6D7B5}" destId="{617F5BBA-6D39-4E7F-A006-795678D96EA2}" srcOrd="1" destOrd="0" presId="urn:microsoft.com/office/officeart/2008/layout/HorizontalMultiLevelHierarchy"/>
    <dgm:cxn modelId="{900BAB76-9D46-483C-ACEC-94CB86ACC4F2}" type="presParOf" srcId="{617F5BBA-6D39-4E7F-A006-795678D96EA2}" destId="{F50116CB-518F-47C7-9DE8-64B3C88AF36E}" srcOrd="0" destOrd="0" presId="urn:microsoft.com/office/officeart/2008/layout/HorizontalMultiLevelHierarchy"/>
    <dgm:cxn modelId="{D2070D9A-47E2-490A-8A6D-4B84322F3A6F}" type="presParOf" srcId="{617F5BBA-6D39-4E7F-A006-795678D96EA2}" destId="{E22CB873-044D-4B8E-A3E7-51732FDC811E}" srcOrd="1" destOrd="0" presId="urn:microsoft.com/office/officeart/2008/layout/HorizontalMultiLevelHierarchy"/>
    <dgm:cxn modelId="{F1104F3C-BC15-4BE7-ADDD-B0FC1A64B44C}" type="presParOf" srcId="{86FEE04A-E7DF-43C6-9B60-800F11A6D7B5}" destId="{C7D25787-4C94-47BF-90C3-C7721603A092}" srcOrd="2" destOrd="0" presId="urn:microsoft.com/office/officeart/2008/layout/HorizontalMultiLevelHierarchy"/>
    <dgm:cxn modelId="{A063F767-F705-455E-824B-00EE41C42A6C}" type="presParOf" srcId="{C7D25787-4C94-47BF-90C3-C7721603A092}" destId="{CADD3C69-B33E-4BA0-A58B-33162C0E67C3}" srcOrd="0" destOrd="0" presId="urn:microsoft.com/office/officeart/2008/layout/HorizontalMultiLevelHierarchy"/>
    <dgm:cxn modelId="{6EF61BAE-82A4-423F-9472-7090E4AACDFA}" type="presParOf" srcId="{86FEE04A-E7DF-43C6-9B60-800F11A6D7B5}" destId="{CDF0E680-950F-49BE-AE4C-A769EE73073A}" srcOrd="3" destOrd="0" presId="urn:microsoft.com/office/officeart/2008/layout/HorizontalMultiLevelHierarchy"/>
    <dgm:cxn modelId="{D58C54C9-D8D2-4C38-8FFC-2E47DE2C772C}" type="presParOf" srcId="{CDF0E680-950F-49BE-AE4C-A769EE73073A}" destId="{049E5A5B-A91D-43EA-AE69-5697E2C74789}" srcOrd="0" destOrd="0" presId="urn:microsoft.com/office/officeart/2008/layout/HorizontalMultiLevelHierarchy"/>
    <dgm:cxn modelId="{446ECD1F-CEDD-4C47-8AB4-9E60AAA3FE8C}" type="presParOf" srcId="{CDF0E680-950F-49BE-AE4C-A769EE73073A}" destId="{64C3352C-0C14-47A3-8E04-8F79445B7F1E}" srcOrd="1" destOrd="0" presId="urn:microsoft.com/office/officeart/2008/layout/HorizontalMultiLevelHierarchy"/>
    <dgm:cxn modelId="{5E574F69-F02F-472A-AEAC-0C2BA90BDF23}" type="presParOf" srcId="{9631F00B-9353-4C7F-AC05-6C7251DBE588}" destId="{F0BF6059-74BE-48E6-A924-E38020F89AC8}" srcOrd="2" destOrd="0" presId="urn:microsoft.com/office/officeart/2008/layout/HorizontalMultiLevelHierarchy"/>
    <dgm:cxn modelId="{820F6311-79A2-48E1-97CD-D5852D867CAA}" type="presParOf" srcId="{F0BF6059-74BE-48E6-A924-E38020F89AC8}" destId="{37D0B957-9002-4F35-AEF1-37006FAB52FA}" srcOrd="0" destOrd="0" presId="urn:microsoft.com/office/officeart/2008/layout/HorizontalMultiLevelHierarchy"/>
    <dgm:cxn modelId="{0E97BC58-D2D5-4361-97D0-E3AAA72EE8D6}" type="presParOf" srcId="{9631F00B-9353-4C7F-AC05-6C7251DBE588}" destId="{5A362743-366F-4805-8B00-DFF28AEF1481}" srcOrd="3" destOrd="0" presId="urn:microsoft.com/office/officeart/2008/layout/HorizontalMultiLevelHierarchy"/>
    <dgm:cxn modelId="{9A2329A4-EA18-496E-AE6E-3B4F73D3ABF8}" type="presParOf" srcId="{5A362743-366F-4805-8B00-DFF28AEF1481}" destId="{0AC200E6-F4AA-4229-B13C-6D233047902B}" srcOrd="0" destOrd="0" presId="urn:microsoft.com/office/officeart/2008/layout/HorizontalMultiLevelHierarchy"/>
    <dgm:cxn modelId="{2F262BEF-A8E9-435B-8149-A79E3C322C6E}" type="presParOf" srcId="{5A362743-366F-4805-8B00-DFF28AEF1481}" destId="{5DFEFDB0-9697-4268-A786-86ECEF3C2571}" srcOrd="1" destOrd="0" presId="urn:microsoft.com/office/officeart/2008/layout/HorizontalMultiLevelHierarchy"/>
    <dgm:cxn modelId="{E504BD35-E3EC-452D-B9F5-FDED51D411BD}" type="presParOf" srcId="{5DFEFDB0-9697-4268-A786-86ECEF3C2571}" destId="{808F9BCD-19E5-4262-9908-A3B8EB172C71}" srcOrd="0" destOrd="0" presId="urn:microsoft.com/office/officeart/2008/layout/HorizontalMultiLevelHierarchy"/>
    <dgm:cxn modelId="{188EA3B2-8E57-4A4D-95F6-3612C89CBE4A}" type="presParOf" srcId="{808F9BCD-19E5-4262-9908-A3B8EB172C71}" destId="{B8960052-DF6E-4798-9E1E-37D04D26355D}" srcOrd="0" destOrd="0" presId="urn:microsoft.com/office/officeart/2008/layout/HorizontalMultiLevelHierarchy"/>
    <dgm:cxn modelId="{1219CEE5-20C8-4A32-AD74-4187854D4BA9}" type="presParOf" srcId="{5DFEFDB0-9697-4268-A786-86ECEF3C2571}" destId="{8BC78DED-4300-406E-B82D-C0992A55BC1D}" srcOrd="1" destOrd="0" presId="urn:microsoft.com/office/officeart/2008/layout/HorizontalMultiLevelHierarchy"/>
    <dgm:cxn modelId="{F62371D9-DF57-45F9-8362-48A6CC6D196D}" type="presParOf" srcId="{8BC78DED-4300-406E-B82D-C0992A55BC1D}" destId="{21C91BED-67FC-4B27-9EE2-62E410771FBD}" srcOrd="0" destOrd="0" presId="urn:microsoft.com/office/officeart/2008/layout/HorizontalMultiLevelHierarchy"/>
    <dgm:cxn modelId="{41F72976-6B45-4F73-BEAA-7BEE345E8664}" type="presParOf" srcId="{8BC78DED-4300-406E-B82D-C0992A55BC1D}" destId="{EBA58423-5229-45DD-A6D6-5C15CFE065B9}" srcOrd="1" destOrd="0" presId="urn:microsoft.com/office/officeart/2008/layout/HorizontalMultiLevelHierarchy"/>
    <dgm:cxn modelId="{AB1129E7-749B-453E-838D-4526387BDD41}" type="presParOf" srcId="{5DFEFDB0-9697-4268-A786-86ECEF3C2571}" destId="{717ECB1D-B379-4AAD-96C2-B690E87A7E2E}" srcOrd="2" destOrd="0" presId="urn:microsoft.com/office/officeart/2008/layout/HorizontalMultiLevelHierarchy"/>
    <dgm:cxn modelId="{A023D5BE-4BFF-4ECD-87C4-93F7336B10F4}" type="presParOf" srcId="{717ECB1D-B379-4AAD-96C2-B690E87A7E2E}" destId="{BF639AAB-8E6F-4E2E-A45C-EBF7FC9338EA}" srcOrd="0" destOrd="0" presId="urn:microsoft.com/office/officeart/2008/layout/HorizontalMultiLevelHierarchy"/>
    <dgm:cxn modelId="{0C5C9DAF-71F5-4DF8-A85E-A47E7FBA1D86}" type="presParOf" srcId="{5DFEFDB0-9697-4268-A786-86ECEF3C2571}" destId="{04B75E28-BDF4-4BDE-AF4A-91150250350C}" srcOrd="3" destOrd="0" presId="urn:microsoft.com/office/officeart/2008/layout/HorizontalMultiLevelHierarchy"/>
    <dgm:cxn modelId="{59C2C7DC-3272-4B37-82FD-20944957CE4E}" type="presParOf" srcId="{04B75E28-BDF4-4BDE-AF4A-91150250350C}" destId="{960284E2-21B5-4EEF-A130-E30E420BA851}" srcOrd="0" destOrd="0" presId="urn:microsoft.com/office/officeart/2008/layout/HorizontalMultiLevelHierarchy"/>
    <dgm:cxn modelId="{8BB32658-050E-450B-9013-D0821F6F068C}" type="presParOf" srcId="{04B75E28-BDF4-4BDE-AF4A-91150250350C}" destId="{A6D2C845-8FAC-4A53-8186-DFC45841E7F6}" srcOrd="1" destOrd="0" presId="urn:microsoft.com/office/officeart/2008/layout/HorizontalMultiLevelHierarchy"/>
    <dgm:cxn modelId="{5679FD63-963D-4407-BA33-732DBC86FDA2}" type="presParOf" srcId="{9631F00B-9353-4C7F-AC05-6C7251DBE588}" destId="{1032000F-4A83-4D18-8089-174D41BF952F}" srcOrd="4" destOrd="0" presId="urn:microsoft.com/office/officeart/2008/layout/HorizontalMultiLevelHierarchy"/>
    <dgm:cxn modelId="{E1EAC93C-3EEB-4913-8519-BCCF9A21FD41}" type="presParOf" srcId="{1032000F-4A83-4D18-8089-174D41BF952F}" destId="{43432E08-C4C1-4A66-B23F-4203C316E955}" srcOrd="0" destOrd="0" presId="urn:microsoft.com/office/officeart/2008/layout/HorizontalMultiLevelHierarchy"/>
    <dgm:cxn modelId="{FAACBACC-25FD-4DF3-85B4-808FAA10549C}" type="presParOf" srcId="{9631F00B-9353-4C7F-AC05-6C7251DBE588}" destId="{3B173243-6E35-4969-8A60-095CE1D4FDC1}" srcOrd="5" destOrd="0" presId="urn:microsoft.com/office/officeart/2008/layout/HorizontalMultiLevelHierarchy"/>
    <dgm:cxn modelId="{3DCFF30D-9DF5-4763-A9A6-89FAC09E0742}" type="presParOf" srcId="{3B173243-6E35-4969-8A60-095CE1D4FDC1}" destId="{D5255625-2276-4C7B-B9FC-8679B4B25DE6}" srcOrd="0" destOrd="0" presId="urn:microsoft.com/office/officeart/2008/layout/HorizontalMultiLevelHierarchy"/>
    <dgm:cxn modelId="{56F86FED-DED0-433B-A76A-FE0183B12306}" type="presParOf" srcId="{3B173243-6E35-4969-8A60-095CE1D4FDC1}" destId="{3DF2ED96-844A-4401-BF87-6E2381DD02D2}" srcOrd="1" destOrd="0" presId="urn:microsoft.com/office/officeart/2008/layout/HorizontalMultiLevelHierarchy"/>
    <dgm:cxn modelId="{4F5B95B0-88ED-4DE6-906F-E1D1EED22B0B}" type="presParOf" srcId="{3DF2ED96-844A-4401-BF87-6E2381DD02D2}" destId="{F9827FC3-346E-4340-962C-A91603E74C1A}" srcOrd="0" destOrd="0" presId="urn:microsoft.com/office/officeart/2008/layout/HorizontalMultiLevelHierarchy"/>
    <dgm:cxn modelId="{E1D3D312-ED3B-4B2D-B6E8-0E4A729B87C0}" type="presParOf" srcId="{F9827FC3-346E-4340-962C-A91603E74C1A}" destId="{807B60AE-2B3A-4FB7-8E5F-3F0A7FF44285}" srcOrd="0" destOrd="0" presId="urn:microsoft.com/office/officeart/2008/layout/HorizontalMultiLevelHierarchy"/>
    <dgm:cxn modelId="{5572D03A-AF14-48B1-BE4A-BDD1EAEB4A01}" type="presParOf" srcId="{3DF2ED96-844A-4401-BF87-6E2381DD02D2}" destId="{2FFD4AB9-8138-4737-A2A1-FFADCD18008F}" srcOrd="1" destOrd="0" presId="urn:microsoft.com/office/officeart/2008/layout/HorizontalMultiLevelHierarchy"/>
    <dgm:cxn modelId="{EF69BB37-6B99-4E6D-9C96-D07560026B34}" type="presParOf" srcId="{2FFD4AB9-8138-4737-A2A1-FFADCD18008F}" destId="{3654CC79-9D37-4970-8E3D-1937C3875BB1}" srcOrd="0" destOrd="0" presId="urn:microsoft.com/office/officeart/2008/layout/HorizontalMultiLevelHierarchy"/>
    <dgm:cxn modelId="{6588F7FD-5609-4173-B19F-B3B478AB15FF}" type="presParOf" srcId="{2FFD4AB9-8138-4737-A2A1-FFADCD18008F}" destId="{4A2DCF3F-CB9F-4FC9-A0CE-3874529A9D7F}" srcOrd="1" destOrd="0" presId="urn:microsoft.com/office/officeart/2008/layout/HorizontalMultiLevelHierarchy"/>
    <dgm:cxn modelId="{29A618FE-A330-4DCD-A8D9-95FC624493A0}" type="presParOf" srcId="{3DF2ED96-844A-4401-BF87-6E2381DD02D2}" destId="{3CA01373-494C-48F8-B671-154F5B09C6C9}" srcOrd="2" destOrd="0" presId="urn:microsoft.com/office/officeart/2008/layout/HorizontalMultiLevelHierarchy"/>
    <dgm:cxn modelId="{4C6A6454-3EA1-4523-888E-E183D099F371}" type="presParOf" srcId="{3CA01373-494C-48F8-B671-154F5B09C6C9}" destId="{782F680C-BC5F-4D00-B8D8-07263256E3E0}" srcOrd="0" destOrd="0" presId="urn:microsoft.com/office/officeart/2008/layout/HorizontalMultiLevelHierarchy"/>
    <dgm:cxn modelId="{529F7852-7C77-43B2-BCCC-2439FC79ECDF}" type="presParOf" srcId="{3DF2ED96-844A-4401-BF87-6E2381DD02D2}" destId="{7D6D8238-F161-4066-B805-9827F83B40DE}" srcOrd="3" destOrd="0" presId="urn:microsoft.com/office/officeart/2008/layout/HorizontalMultiLevelHierarchy"/>
    <dgm:cxn modelId="{5359F707-5269-42DC-B2AD-02F3AAD674DD}" type="presParOf" srcId="{7D6D8238-F161-4066-B805-9827F83B40DE}" destId="{C26E1C24-9D93-4398-8C91-985C40354D79}" srcOrd="0" destOrd="0" presId="urn:microsoft.com/office/officeart/2008/layout/HorizontalMultiLevelHierarchy"/>
    <dgm:cxn modelId="{D8A0265F-C8D4-46F4-97DB-662CE413C986}" type="presParOf" srcId="{7D6D8238-F161-4066-B805-9827F83B40DE}" destId="{68C3FE5C-044B-48E4-B8C2-F3387D670FF7}" srcOrd="1" destOrd="0" presId="urn:microsoft.com/office/officeart/2008/layout/HorizontalMultiLevelHierarchy"/>
    <dgm:cxn modelId="{C00072F8-E2CA-424C-91B8-FE027670C48C}" type="presParOf" srcId="{9631F00B-9353-4C7F-AC05-6C7251DBE588}" destId="{787C2340-9370-4852-BBB3-1BB38A600E9C}" srcOrd="6" destOrd="0" presId="urn:microsoft.com/office/officeart/2008/layout/HorizontalMultiLevelHierarchy"/>
    <dgm:cxn modelId="{32A0666F-A0B9-4080-B94B-5B80E6625DF0}" type="presParOf" srcId="{787C2340-9370-4852-BBB3-1BB38A600E9C}" destId="{B3E1F5C3-8C86-482B-8D79-7C1E31F1F497}" srcOrd="0" destOrd="0" presId="urn:microsoft.com/office/officeart/2008/layout/HorizontalMultiLevelHierarchy"/>
    <dgm:cxn modelId="{B8766EE0-749A-40EE-B72D-AEEF595DB6BA}" type="presParOf" srcId="{9631F00B-9353-4C7F-AC05-6C7251DBE588}" destId="{692DE7CF-E74A-4E4A-9563-FB89EA9FF2F8}" srcOrd="7" destOrd="0" presId="urn:microsoft.com/office/officeart/2008/layout/HorizontalMultiLevelHierarchy"/>
    <dgm:cxn modelId="{76594FF2-B714-4BC6-BA6F-98542724C3B7}" type="presParOf" srcId="{692DE7CF-E74A-4E4A-9563-FB89EA9FF2F8}" destId="{DBC5C04B-39E5-471F-9C29-D4D99BD729E8}" srcOrd="0" destOrd="0" presId="urn:microsoft.com/office/officeart/2008/layout/HorizontalMultiLevelHierarchy"/>
    <dgm:cxn modelId="{252D6EFD-6D22-4967-858E-58E56008E250}" type="presParOf" srcId="{692DE7CF-E74A-4E4A-9563-FB89EA9FF2F8}" destId="{BB0CCF3E-5EC7-43A3-84BB-48575FF62BEB}" srcOrd="1" destOrd="0" presId="urn:microsoft.com/office/officeart/2008/layout/HorizontalMultiLevelHierarchy"/>
    <dgm:cxn modelId="{84B6A14B-89B5-483B-A4EA-35570C33BE95}" type="presParOf" srcId="{BB0CCF3E-5EC7-43A3-84BB-48575FF62BEB}" destId="{7B022C26-8807-452B-A592-9F7D484E8D63}" srcOrd="0" destOrd="0" presId="urn:microsoft.com/office/officeart/2008/layout/HorizontalMultiLevelHierarchy"/>
    <dgm:cxn modelId="{6E199374-ACFD-49ED-8FFF-9DEFCA69B0EA}" type="presParOf" srcId="{7B022C26-8807-452B-A592-9F7D484E8D63}" destId="{C43B1E31-8DBC-4368-B773-2B43515DD6DF}" srcOrd="0" destOrd="0" presId="urn:microsoft.com/office/officeart/2008/layout/HorizontalMultiLevelHierarchy"/>
    <dgm:cxn modelId="{57493D88-0832-4ED3-922F-6456CFDF5E9A}" type="presParOf" srcId="{BB0CCF3E-5EC7-43A3-84BB-48575FF62BEB}" destId="{4194E0B9-3C0A-41E1-9E3C-CE11150BB675}" srcOrd="1" destOrd="0" presId="urn:microsoft.com/office/officeart/2008/layout/HorizontalMultiLevelHierarchy"/>
    <dgm:cxn modelId="{D967B984-4885-40B4-98A9-F2AB79F675B2}" type="presParOf" srcId="{4194E0B9-3C0A-41E1-9E3C-CE11150BB675}" destId="{05D85CD4-BC52-445D-8135-A6AE0C87FB5B}" srcOrd="0" destOrd="0" presId="urn:microsoft.com/office/officeart/2008/layout/HorizontalMultiLevelHierarchy"/>
    <dgm:cxn modelId="{EDE667D1-72F6-49F6-96C0-3E284668C982}" type="presParOf" srcId="{4194E0B9-3C0A-41E1-9E3C-CE11150BB675}" destId="{6D20098E-4325-44FF-8A17-56C893E0DB9C}" srcOrd="1" destOrd="0" presId="urn:microsoft.com/office/officeart/2008/layout/HorizontalMultiLevelHierarchy"/>
    <dgm:cxn modelId="{813EAD28-A476-4E21-A00E-2FEDDAB80066}" type="presParOf" srcId="{6D20098E-4325-44FF-8A17-56C893E0DB9C}" destId="{5675C774-A74D-4654-8A8E-F4100D61F868}" srcOrd="0" destOrd="0" presId="urn:microsoft.com/office/officeart/2008/layout/HorizontalMultiLevelHierarchy"/>
    <dgm:cxn modelId="{6C221C27-1CCD-440A-B837-CA6BFC864906}" type="presParOf" srcId="{5675C774-A74D-4654-8A8E-F4100D61F868}" destId="{90AEE3A9-489A-407F-8500-C21A72125384}" srcOrd="0" destOrd="0" presId="urn:microsoft.com/office/officeart/2008/layout/HorizontalMultiLevelHierarchy"/>
    <dgm:cxn modelId="{0235C1A8-D8C5-4A2F-9DEE-45D5A0FDBE92}" type="presParOf" srcId="{6D20098E-4325-44FF-8A17-56C893E0DB9C}" destId="{7A7EA9BE-E41D-430C-B3B3-84D66408CE99}" srcOrd="1" destOrd="0" presId="urn:microsoft.com/office/officeart/2008/layout/HorizontalMultiLevelHierarchy"/>
    <dgm:cxn modelId="{C88F641C-504D-430D-91D4-10F943E35F15}" type="presParOf" srcId="{7A7EA9BE-E41D-430C-B3B3-84D66408CE99}" destId="{F793FC48-B0B3-4C1E-8C7E-3D22D89010B0}" srcOrd="0" destOrd="0" presId="urn:microsoft.com/office/officeart/2008/layout/HorizontalMultiLevelHierarchy"/>
    <dgm:cxn modelId="{15D3E2B4-07A9-4F9B-866E-02882F866568}" type="presParOf" srcId="{7A7EA9BE-E41D-430C-B3B3-84D66408CE99}" destId="{FE246DED-26F5-4DB1-B4B6-4FD35822A800}" srcOrd="1" destOrd="0" presId="urn:microsoft.com/office/officeart/2008/layout/HorizontalMultiLevelHierarchy"/>
    <dgm:cxn modelId="{D2D89138-D6F1-47DD-9B6E-0684975D06C0}" type="presParOf" srcId="{FE246DED-26F5-4DB1-B4B6-4FD35822A800}" destId="{716BD459-FD3E-42CB-A82A-7D4C8A2161EE}" srcOrd="0" destOrd="0" presId="urn:microsoft.com/office/officeart/2008/layout/HorizontalMultiLevelHierarchy"/>
    <dgm:cxn modelId="{3C38C16D-010F-4056-A618-7D43237D8CE9}" type="presParOf" srcId="{716BD459-FD3E-42CB-A82A-7D4C8A2161EE}" destId="{6451B49E-C501-4FF3-9D7E-7C233CAD3331}" srcOrd="0" destOrd="0" presId="urn:microsoft.com/office/officeart/2008/layout/HorizontalMultiLevelHierarchy"/>
    <dgm:cxn modelId="{59E326A7-47CC-4CD9-B0A7-858D0F73E7DB}" type="presParOf" srcId="{FE246DED-26F5-4DB1-B4B6-4FD35822A800}" destId="{568593B0-65B7-426A-BA9C-BD0A479C12DF}" srcOrd="1" destOrd="0" presId="urn:microsoft.com/office/officeart/2008/layout/HorizontalMultiLevelHierarchy"/>
    <dgm:cxn modelId="{E007CD89-55C1-4092-928A-1ECB9C935C72}" type="presParOf" srcId="{568593B0-65B7-426A-BA9C-BD0A479C12DF}" destId="{87DFBFBA-9C84-487B-8E54-D44ECA165587}" srcOrd="0" destOrd="0" presId="urn:microsoft.com/office/officeart/2008/layout/HorizontalMultiLevelHierarchy"/>
    <dgm:cxn modelId="{4200ED51-762F-46CE-9A3A-D52A32E0693C}" type="presParOf" srcId="{568593B0-65B7-426A-BA9C-BD0A479C12DF}" destId="{31D3A463-8C9B-43A1-BC42-512D491FF30B}" srcOrd="1" destOrd="0" presId="urn:microsoft.com/office/officeart/2008/layout/HorizontalMultiLevelHierarchy"/>
    <dgm:cxn modelId="{EF4FE908-0765-4085-AF40-CCB5D0B53749}" type="presParOf" srcId="{FE246DED-26F5-4DB1-B4B6-4FD35822A800}" destId="{004A3D80-742D-4050-978E-865CE99FCA54}" srcOrd="2" destOrd="0" presId="urn:microsoft.com/office/officeart/2008/layout/HorizontalMultiLevelHierarchy"/>
    <dgm:cxn modelId="{CCF6D1B5-DF94-4446-8A26-24B1FF4BDB06}" type="presParOf" srcId="{004A3D80-742D-4050-978E-865CE99FCA54}" destId="{7BFE44F3-FFE6-4491-8823-2C15083F5D9D}" srcOrd="0" destOrd="0" presId="urn:microsoft.com/office/officeart/2008/layout/HorizontalMultiLevelHierarchy"/>
    <dgm:cxn modelId="{A9E597E8-46C8-41B0-81E9-09B3FAE72D9E}" type="presParOf" srcId="{FE246DED-26F5-4DB1-B4B6-4FD35822A800}" destId="{72D181D6-141C-4CCC-A71B-26A0591646E5}" srcOrd="3" destOrd="0" presId="urn:microsoft.com/office/officeart/2008/layout/HorizontalMultiLevelHierarchy"/>
    <dgm:cxn modelId="{93503860-87E3-4AB0-BF78-A52F3E435B3E}" type="presParOf" srcId="{72D181D6-141C-4CCC-A71B-26A0591646E5}" destId="{A723F219-5BD4-4EC2-9E09-73E9AE062AE5}" srcOrd="0" destOrd="0" presId="urn:microsoft.com/office/officeart/2008/layout/HorizontalMultiLevelHierarchy"/>
    <dgm:cxn modelId="{DCB08AEC-19AB-47EB-9DC3-5AC6E7AAEB37}" type="presParOf" srcId="{72D181D6-141C-4CCC-A71B-26A0591646E5}" destId="{B3EE6310-776C-4901-893C-D8ED125AEF64}" srcOrd="1" destOrd="0" presId="urn:microsoft.com/office/officeart/2008/layout/HorizontalMultiLevelHierarchy"/>
    <dgm:cxn modelId="{814A75C2-DDF6-4368-89C6-FABECF437318}" type="presParOf" srcId="{6D20098E-4325-44FF-8A17-56C893E0DB9C}" destId="{EFA6D4A5-BB87-44CF-9E0A-171B993A1184}" srcOrd="2" destOrd="0" presId="urn:microsoft.com/office/officeart/2008/layout/HorizontalMultiLevelHierarchy"/>
    <dgm:cxn modelId="{67ACE3AF-C8F8-40EF-AA43-EA45890B8A8E}" type="presParOf" srcId="{EFA6D4A5-BB87-44CF-9E0A-171B993A1184}" destId="{4EAC7479-2F72-4D0A-A562-705CFB9CEE88}" srcOrd="0" destOrd="0" presId="urn:microsoft.com/office/officeart/2008/layout/HorizontalMultiLevelHierarchy"/>
    <dgm:cxn modelId="{CECDD53E-5AE8-4259-87C6-C5B52E26F432}" type="presParOf" srcId="{6D20098E-4325-44FF-8A17-56C893E0DB9C}" destId="{8DF9A222-985A-45D1-A656-4AEC82372B1E}" srcOrd="3" destOrd="0" presId="urn:microsoft.com/office/officeart/2008/layout/HorizontalMultiLevelHierarchy"/>
    <dgm:cxn modelId="{A4669CEB-3390-4D64-A41E-49041B51499F}" type="presParOf" srcId="{8DF9A222-985A-45D1-A656-4AEC82372B1E}" destId="{846CF96E-0562-414A-BDF2-C2AFC4984D7C}" srcOrd="0" destOrd="0" presId="urn:microsoft.com/office/officeart/2008/layout/HorizontalMultiLevelHierarchy"/>
    <dgm:cxn modelId="{54984FD3-C988-449B-8438-D6E027CF8CCE}" type="presParOf" srcId="{8DF9A222-985A-45D1-A656-4AEC82372B1E}" destId="{21922A2D-8DBF-4993-801D-040E95AC34C5}" srcOrd="1" destOrd="0" presId="urn:microsoft.com/office/officeart/2008/layout/HorizontalMultiLevelHierarchy"/>
    <dgm:cxn modelId="{E7B6C302-8271-4495-8768-05D151BAA804}" type="presParOf" srcId="{21922A2D-8DBF-4993-801D-040E95AC34C5}" destId="{36970A07-1FEA-4C8A-B1AF-014FF733202A}" srcOrd="0" destOrd="0" presId="urn:microsoft.com/office/officeart/2008/layout/HorizontalMultiLevelHierarchy"/>
    <dgm:cxn modelId="{3555AF4B-A997-4AB9-AF00-015BA7DEA169}" type="presParOf" srcId="{36970A07-1FEA-4C8A-B1AF-014FF733202A}" destId="{E9A76219-AFA0-4E6F-B05F-A5660211AE76}" srcOrd="0" destOrd="0" presId="urn:microsoft.com/office/officeart/2008/layout/HorizontalMultiLevelHierarchy"/>
    <dgm:cxn modelId="{3E4B1357-0230-4CA4-923F-AE1370228473}" type="presParOf" srcId="{21922A2D-8DBF-4993-801D-040E95AC34C5}" destId="{EA8BED0A-9F89-497C-8700-1AB4CD2AE004}" srcOrd="1" destOrd="0" presId="urn:microsoft.com/office/officeart/2008/layout/HorizontalMultiLevelHierarchy"/>
    <dgm:cxn modelId="{C47CE3C4-A489-4680-9D22-19772347A2CE}" type="presParOf" srcId="{EA8BED0A-9F89-497C-8700-1AB4CD2AE004}" destId="{F7DADEAC-C53E-4E25-94FB-F1F6BC6A9C40}" srcOrd="0" destOrd="0" presId="urn:microsoft.com/office/officeart/2008/layout/HorizontalMultiLevelHierarchy"/>
    <dgm:cxn modelId="{02021DAA-DD5B-45E4-A61C-DD7F6024F513}" type="presParOf" srcId="{EA8BED0A-9F89-497C-8700-1AB4CD2AE004}" destId="{AD839D84-684F-4B92-8CCC-43D7BA4DC750}" srcOrd="1" destOrd="0" presId="urn:microsoft.com/office/officeart/2008/layout/HorizontalMultiLevelHierarchy"/>
    <dgm:cxn modelId="{8FDB1225-4999-4B82-815B-0D07B79EB6D5}" type="presParOf" srcId="{6D20098E-4325-44FF-8A17-56C893E0DB9C}" destId="{070923CC-892B-4935-83F9-AC52C8D6D4D8}" srcOrd="4" destOrd="0" presId="urn:microsoft.com/office/officeart/2008/layout/HorizontalMultiLevelHierarchy"/>
    <dgm:cxn modelId="{FAE9B989-D333-42BB-8651-CF4A27A7BE87}" type="presParOf" srcId="{070923CC-892B-4935-83F9-AC52C8D6D4D8}" destId="{3A9F1188-F211-4773-9606-3A67594B8431}" srcOrd="0" destOrd="0" presId="urn:microsoft.com/office/officeart/2008/layout/HorizontalMultiLevelHierarchy"/>
    <dgm:cxn modelId="{5F4B54AB-252A-498A-B7BB-F43CD523C444}" type="presParOf" srcId="{6D20098E-4325-44FF-8A17-56C893E0DB9C}" destId="{3F2F9A13-DE40-4656-9CE1-6D00C8C516CF}" srcOrd="5" destOrd="0" presId="urn:microsoft.com/office/officeart/2008/layout/HorizontalMultiLevelHierarchy"/>
    <dgm:cxn modelId="{81C40C32-68E4-4247-85A9-F5E25B164625}" type="presParOf" srcId="{3F2F9A13-DE40-4656-9CE1-6D00C8C516CF}" destId="{D0A91FB5-D073-4453-BFBA-B51D82271F6B}" srcOrd="0" destOrd="0" presId="urn:microsoft.com/office/officeart/2008/layout/HorizontalMultiLevelHierarchy"/>
    <dgm:cxn modelId="{D9CEFCF7-95FA-4682-B808-2BFF88938639}" type="presParOf" srcId="{3F2F9A13-DE40-4656-9CE1-6D00C8C516CF}" destId="{03D4BDEB-53DD-4812-818B-867B3231148A}" srcOrd="1" destOrd="0" presId="urn:microsoft.com/office/officeart/2008/layout/HorizontalMultiLevelHierarchy"/>
    <dgm:cxn modelId="{C6BD6CCA-5AB0-4A54-8A4A-146BBBF4F8AA}" type="presParOf" srcId="{BB0CCF3E-5EC7-43A3-84BB-48575FF62BEB}" destId="{55173FB4-6291-4690-9692-707EABEAB368}" srcOrd="2" destOrd="0" presId="urn:microsoft.com/office/officeart/2008/layout/HorizontalMultiLevelHierarchy"/>
    <dgm:cxn modelId="{214E8D5D-464C-4398-B917-45D64FC95F68}" type="presParOf" srcId="{55173FB4-6291-4690-9692-707EABEAB368}" destId="{4CE268DD-58D7-4A83-91E4-D25AA7EC2272}" srcOrd="0" destOrd="0" presId="urn:microsoft.com/office/officeart/2008/layout/HorizontalMultiLevelHierarchy"/>
    <dgm:cxn modelId="{57D6681A-ECE5-42F7-8755-17771F31FF0A}" type="presParOf" srcId="{BB0CCF3E-5EC7-43A3-84BB-48575FF62BEB}" destId="{AF3B9B02-200A-4588-B259-141D1A8E0269}" srcOrd="3" destOrd="0" presId="urn:microsoft.com/office/officeart/2008/layout/HorizontalMultiLevelHierarchy"/>
    <dgm:cxn modelId="{4CBD600F-BF30-4425-A423-8CEADAAC221C}" type="presParOf" srcId="{AF3B9B02-200A-4588-B259-141D1A8E0269}" destId="{4108B0E5-3168-4145-A2EE-B6C482495257}" srcOrd="0" destOrd="0" presId="urn:microsoft.com/office/officeart/2008/layout/HorizontalMultiLevelHierarchy"/>
    <dgm:cxn modelId="{EE20D1B8-AD6C-4618-841F-C3D722B994FC}" type="presParOf" srcId="{AF3B9B02-200A-4588-B259-141D1A8E0269}" destId="{C854D754-E128-42B0-AED5-9C05B3FB3916}" srcOrd="1" destOrd="0" presId="urn:microsoft.com/office/officeart/2008/layout/HorizontalMultiLevelHierarchy"/>
    <dgm:cxn modelId="{D69FF3D6-D2E6-457A-9BC2-BFF6C14468C6}" type="presParOf" srcId="{C854D754-E128-42B0-AED5-9C05B3FB3916}" destId="{949E51DE-E31E-424A-B33D-032F942A9575}" srcOrd="0" destOrd="0" presId="urn:microsoft.com/office/officeart/2008/layout/HorizontalMultiLevelHierarchy"/>
    <dgm:cxn modelId="{9555E3DA-D897-4D84-9692-0BD6E6E66A8F}" type="presParOf" srcId="{949E51DE-E31E-424A-B33D-032F942A9575}" destId="{B164ECF3-F6EC-441E-BAE0-C5E45A2BF58B}" srcOrd="0" destOrd="0" presId="urn:microsoft.com/office/officeart/2008/layout/HorizontalMultiLevelHierarchy"/>
    <dgm:cxn modelId="{4E66AC64-3AA3-4F35-A0FC-684FB3272217}" type="presParOf" srcId="{C854D754-E128-42B0-AED5-9C05B3FB3916}" destId="{96E4B517-0681-49B5-A715-7893D63349CE}" srcOrd="1" destOrd="0" presId="urn:microsoft.com/office/officeart/2008/layout/HorizontalMultiLevelHierarchy"/>
    <dgm:cxn modelId="{6D2B51C0-E0DC-4D94-B374-C443C806E08B}" type="presParOf" srcId="{96E4B517-0681-49B5-A715-7893D63349CE}" destId="{29078559-FA36-4C39-B4C3-76B7B997981E}" srcOrd="0" destOrd="0" presId="urn:microsoft.com/office/officeart/2008/layout/HorizontalMultiLevelHierarchy"/>
    <dgm:cxn modelId="{769A39FB-A9FC-4494-9EA1-0525E42E4811}" type="presParOf" srcId="{96E4B517-0681-49B5-A715-7893D63349CE}" destId="{19CCDF39-A398-4675-BAA1-8A21321CBA79}" srcOrd="1" destOrd="0" presId="urn:microsoft.com/office/officeart/2008/layout/HorizontalMultiLevelHierarchy"/>
    <dgm:cxn modelId="{FFE0D53C-FB27-460C-96B1-F5D3841A80FE}" type="presParOf" srcId="{19CCDF39-A398-4675-BAA1-8A21321CBA79}" destId="{BF6A7581-ED12-4820-B5CD-B7A419D8FE06}" srcOrd="0" destOrd="0" presId="urn:microsoft.com/office/officeart/2008/layout/HorizontalMultiLevelHierarchy"/>
    <dgm:cxn modelId="{1F9D194C-5B55-42CD-8CF4-07971E2F8612}" type="presParOf" srcId="{BF6A7581-ED12-4820-B5CD-B7A419D8FE06}" destId="{7B0DD98D-1C69-40A9-8970-87FDE4D1AD46}" srcOrd="0" destOrd="0" presId="urn:microsoft.com/office/officeart/2008/layout/HorizontalMultiLevelHierarchy"/>
    <dgm:cxn modelId="{FCB381E1-5B77-43C5-A6B9-BC342D9DE943}" type="presParOf" srcId="{19CCDF39-A398-4675-BAA1-8A21321CBA79}" destId="{54AF284A-A293-414D-88D2-6DADF463ACF6}" srcOrd="1" destOrd="0" presId="urn:microsoft.com/office/officeart/2008/layout/HorizontalMultiLevelHierarchy"/>
    <dgm:cxn modelId="{E8460907-F81A-4EF8-B6AC-01B8E654F1C9}" type="presParOf" srcId="{54AF284A-A293-414D-88D2-6DADF463ACF6}" destId="{52F87042-8242-49A2-AF5F-CF960EAF18B1}" srcOrd="0" destOrd="0" presId="urn:microsoft.com/office/officeart/2008/layout/HorizontalMultiLevelHierarchy"/>
    <dgm:cxn modelId="{10747468-9792-4D57-B186-35866ECA13D4}" type="presParOf" srcId="{54AF284A-A293-414D-88D2-6DADF463ACF6}" destId="{E496E2FD-6FFC-47ED-AC84-1523BEB98232}" srcOrd="1" destOrd="0" presId="urn:microsoft.com/office/officeart/2008/layout/HorizontalMultiLevelHierarchy"/>
    <dgm:cxn modelId="{4B1161FD-0669-4FCC-A357-53AF0003E638}" type="presParOf" srcId="{C854D754-E128-42B0-AED5-9C05B3FB3916}" destId="{6E5A0142-AA78-45CB-9841-AB2249D625F4}" srcOrd="2" destOrd="0" presId="urn:microsoft.com/office/officeart/2008/layout/HorizontalMultiLevelHierarchy"/>
    <dgm:cxn modelId="{B6F7F46E-A884-4479-A800-22AB128EC1D9}" type="presParOf" srcId="{6E5A0142-AA78-45CB-9841-AB2249D625F4}" destId="{46618C5B-99A2-4D74-BCF0-5861A26544F9}" srcOrd="0" destOrd="0" presId="urn:microsoft.com/office/officeart/2008/layout/HorizontalMultiLevelHierarchy"/>
    <dgm:cxn modelId="{7F00DE55-D25B-402B-8A3D-3EBACA6FED83}" type="presParOf" srcId="{C854D754-E128-42B0-AED5-9C05B3FB3916}" destId="{3A0DF588-A6B3-4FBE-83D4-AA4A942330EF}" srcOrd="3" destOrd="0" presId="urn:microsoft.com/office/officeart/2008/layout/HorizontalMultiLevelHierarchy"/>
    <dgm:cxn modelId="{076096C8-0541-43A7-B365-68B13993C5C6}" type="presParOf" srcId="{3A0DF588-A6B3-4FBE-83D4-AA4A942330EF}" destId="{63CC58FB-8F38-451E-8314-235302411DF0}" srcOrd="0" destOrd="0" presId="urn:microsoft.com/office/officeart/2008/layout/HorizontalMultiLevelHierarchy"/>
    <dgm:cxn modelId="{636CA68A-C7FF-494F-8E71-D6A1D20E0EA0}" type="presParOf" srcId="{3A0DF588-A6B3-4FBE-83D4-AA4A942330EF}" destId="{78B440D7-F16E-4DCE-81AD-795EA75F829B}" srcOrd="1" destOrd="0" presId="urn:microsoft.com/office/officeart/2008/layout/HorizontalMultiLevelHierarchy"/>
    <dgm:cxn modelId="{0F5885A8-CE9D-4F4E-885B-E35453BE1D00}" type="presParOf" srcId="{78B440D7-F16E-4DCE-81AD-795EA75F829B}" destId="{B2A362C5-71C1-4DFF-9C60-91C7F0C69889}" srcOrd="0" destOrd="0" presId="urn:microsoft.com/office/officeart/2008/layout/HorizontalMultiLevelHierarchy"/>
    <dgm:cxn modelId="{5C287F56-8A45-4AA4-B6CE-8A32570C7B23}" type="presParOf" srcId="{B2A362C5-71C1-4DFF-9C60-91C7F0C69889}" destId="{C19C104F-F534-4E0B-B291-8A8EA61FF5E5}" srcOrd="0" destOrd="0" presId="urn:microsoft.com/office/officeart/2008/layout/HorizontalMultiLevelHierarchy"/>
    <dgm:cxn modelId="{3FA84036-FDA3-456B-A508-D8E15095BA1B}" type="presParOf" srcId="{78B440D7-F16E-4DCE-81AD-795EA75F829B}" destId="{54F3B396-CE15-4926-A5C9-B177B28CC332}" srcOrd="1" destOrd="0" presId="urn:microsoft.com/office/officeart/2008/layout/HorizontalMultiLevelHierarchy"/>
    <dgm:cxn modelId="{B37FB754-40D7-432A-84A1-35965EB6E791}" type="presParOf" srcId="{54F3B396-CE15-4926-A5C9-B177B28CC332}" destId="{39716EE5-5A7F-49E7-A32B-A55A4AE9043E}" srcOrd="0" destOrd="0" presId="urn:microsoft.com/office/officeart/2008/layout/HorizontalMultiLevelHierarchy"/>
    <dgm:cxn modelId="{8F0910F8-E785-48E7-83E7-E58F061022B5}" type="presParOf" srcId="{54F3B396-CE15-4926-A5C9-B177B28CC332}" destId="{9A52E6C9-F0E4-43EB-AA58-9579F639ABE7}" srcOrd="1" destOrd="0" presId="urn:microsoft.com/office/officeart/2008/layout/HorizontalMultiLevelHierarchy"/>
    <dgm:cxn modelId="{30250DC9-304E-422C-AB1F-8205FD1E0DC5}" type="presParOf" srcId="{BB0CCF3E-5EC7-43A3-84BB-48575FF62BEB}" destId="{4C619735-E222-4A06-94F2-F77A7A963717}" srcOrd="4" destOrd="0" presId="urn:microsoft.com/office/officeart/2008/layout/HorizontalMultiLevelHierarchy"/>
    <dgm:cxn modelId="{B3D2BEB4-7E23-460D-BDC8-16B289268483}" type="presParOf" srcId="{4C619735-E222-4A06-94F2-F77A7A963717}" destId="{96BF62FE-49B0-484B-BD97-BD49E5454074}" srcOrd="0" destOrd="0" presId="urn:microsoft.com/office/officeart/2008/layout/HorizontalMultiLevelHierarchy"/>
    <dgm:cxn modelId="{98F4E032-AE4D-4848-9E0F-A1C4927A865C}" type="presParOf" srcId="{BB0CCF3E-5EC7-43A3-84BB-48575FF62BEB}" destId="{F08E2897-7F33-4D6C-BB41-B8ACC6D52F31}" srcOrd="5" destOrd="0" presId="urn:microsoft.com/office/officeart/2008/layout/HorizontalMultiLevelHierarchy"/>
    <dgm:cxn modelId="{63E36034-65AF-4B06-ACED-8891A6001066}" type="presParOf" srcId="{F08E2897-7F33-4D6C-BB41-B8ACC6D52F31}" destId="{CC5FAF37-A0C3-4540-A8E6-DE77FA694B65}" srcOrd="0" destOrd="0" presId="urn:microsoft.com/office/officeart/2008/layout/HorizontalMultiLevelHierarchy"/>
    <dgm:cxn modelId="{7DC3067A-441F-4C0F-9C8E-F1BE51EF42A4}" type="presParOf" srcId="{F08E2897-7F33-4D6C-BB41-B8ACC6D52F31}" destId="{AE62DD63-1B7C-430B-883E-171EC1D5FB8B}" srcOrd="1" destOrd="0" presId="urn:microsoft.com/office/officeart/2008/layout/HorizontalMultiLevelHierarchy"/>
    <dgm:cxn modelId="{68DAD37E-4F40-4E53-94B2-811C206E0878}" type="presParOf" srcId="{AE62DD63-1B7C-430B-883E-171EC1D5FB8B}" destId="{5E1E8358-C585-40D0-A627-B10A35F88419}" srcOrd="0" destOrd="0" presId="urn:microsoft.com/office/officeart/2008/layout/HorizontalMultiLevelHierarchy"/>
    <dgm:cxn modelId="{280E4F46-B8BE-4830-9B59-07E6BB540384}" type="presParOf" srcId="{5E1E8358-C585-40D0-A627-B10A35F88419}" destId="{CC3F4D09-2846-47CB-9752-7483B6A06B2B}" srcOrd="0" destOrd="0" presId="urn:microsoft.com/office/officeart/2008/layout/HorizontalMultiLevelHierarchy"/>
    <dgm:cxn modelId="{46CFE539-D438-4D69-9CE1-EEB1225504FF}" type="presParOf" srcId="{AE62DD63-1B7C-430B-883E-171EC1D5FB8B}" destId="{9D1B3C40-3989-4771-A3F2-5D8F51E332EB}" srcOrd="1" destOrd="0" presId="urn:microsoft.com/office/officeart/2008/layout/HorizontalMultiLevelHierarchy"/>
    <dgm:cxn modelId="{9C9C8603-0F49-4AE2-8C27-B196402F60DA}" type="presParOf" srcId="{9D1B3C40-3989-4771-A3F2-5D8F51E332EB}" destId="{C786B6A3-C068-4165-9A31-F2780D758C97}" srcOrd="0" destOrd="0" presId="urn:microsoft.com/office/officeart/2008/layout/HorizontalMultiLevelHierarchy"/>
    <dgm:cxn modelId="{DAC04E6B-F670-4EED-9F3B-B9C83C302A1E}" type="presParOf" srcId="{9D1B3C40-3989-4771-A3F2-5D8F51E332EB}" destId="{342C5C39-B642-4932-BC28-0B66BFC9826F}" srcOrd="1" destOrd="0" presId="urn:microsoft.com/office/officeart/2008/layout/HorizontalMultiLevelHierarchy"/>
    <dgm:cxn modelId="{C51822A0-FF87-44C8-8AC2-5B29F0A58A6A}" type="presParOf" srcId="{BB0CCF3E-5EC7-43A3-84BB-48575FF62BEB}" destId="{33EB7E0A-1873-4A76-B54A-E043963F0B4F}" srcOrd="6" destOrd="0" presId="urn:microsoft.com/office/officeart/2008/layout/HorizontalMultiLevelHierarchy"/>
    <dgm:cxn modelId="{4E3F2242-26F0-4543-A35D-05ADF632F861}" type="presParOf" srcId="{33EB7E0A-1873-4A76-B54A-E043963F0B4F}" destId="{B9D11CD2-E5DA-4D65-88E8-649DC524041C}" srcOrd="0" destOrd="0" presId="urn:microsoft.com/office/officeart/2008/layout/HorizontalMultiLevelHierarchy"/>
    <dgm:cxn modelId="{537A26D3-5D5E-4B76-962E-8A8BF4A64F0D}" type="presParOf" srcId="{BB0CCF3E-5EC7-43A3-84BB-48575FF62BEB}" destId="{CF0938C8-1993-4E85-AF45-DD774F12C0CF}" srcOrd="7" destOrd="0" presId="urn:microsoft.com/office/officeart/2008/layout/HorizontalMultiLevelHierarchy"/>
    <dgm:cxn modelId="{A113CFA9-55FA-41FF-9B05-1C454CB835ED}" type="presParOf" srcId="{CF0938C8-1993-4E85-AF45-DD774F12C0CF}" destId="{4C1D4385-EDA6-4C7D-A56A-9A9065402F2D}" srcOrd="0" destOrd="0" presId="urn:microsoft.com/office/officeart/2008/layout/HorizontalMultiLevelHierarchy"/>
    <dgm:cxn modelId="{FE6903E0-FA19-4B88-A4EB-250854BC4790}" type="presParOf" srcId="{CF0938C8-1993-4E85-AF45-DD774F12C0CF}" destId="{D6A452E0-E6BC-48F3-AF77-79BBAF0881DE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B7E0A-1873-4A76-B54A-E043963F0B4F}">
      <dsp:nvSpPr>
        <dsp:cNvPr id="0" name=""/>
        <dsp:cNvSpPr/>
      </dsp:nvSpPr>
      <dsp:spPr>
        <a:xfrm>
          <a:off x="7316680" y="5435290"/>
          <a:ext cx="264492" cy="13229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246" y="0"/>
              </a:lnTo>
              <a:lnTo>
                <a:pt x="132246" y="1322966"/>
              </a:lnTo>
              <a:lnTo>
                <a:pt x="264492" y="132296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415197" y="6063044"/>
        <a:ext cx="67457" cy="67457"/>
      </dsp:txXfrm>
    </dsp:sp>
    <dsp:sp modelId="{5E1E8358-C585-40D0-A627-B10A35F88419}">
      <dsp:nvSpPr>
        <dsp:cNvPr id="0" name=""/>
        <dsp:cNvSpPr/>
      </dsp:nvSpPr>
      <dsp:spPr>
        <a:xfrm>
          <a:off x="8903634" y="6208549"/>
          <a:ext cx="2644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4492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9029268" y="6247656"/>
        <a:ext cx="13224" cy="13224"/>
      </dsp:txXfrm>
    </dsp:sp>
    <dsp:sp modelId="{4C619735-E222-4A06-94F2-F77A7A963717}">
      <dsp:nvSpPr>
        <dsp:cNvPr id="0" name=""/>
        <dsp:cNvSpPr/>
      </dsp:nvSpPr>
      <dsp:spPr>
        <a:xfrm>
          <a:off x="7316680" y="5435290"/>
          <a:ext cx="264492" cy="8189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246" y="0"/>
              </a:lnTo>
              <a:lnTo>
                <a:pt x="132246" y="818979"/>
              </a:lnTo>
              <a:lnTo>
                <a:pt x="264492" y="81897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427410" y="5823263"/>
        <a:ext cx="43031" cy="43031"/>
      </dsp:txXfrm>
    </dsp:sp>
    <dsp:sp modelId="{B2A362C5-71C1-4DFF-9C60-91C7F0C69889}">
      <dsp:nvSpPr>
        <dsp:cNvPr id="0" name=""/>
        <dsp:cNvSpPr/>
      </dsp:nvSpPr>
      <dsp:spPr>
        <a:xfrm>
          <a:off x="10490589" y="5704561"/>
          <a:ext cx="2644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4492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10616223" y="5743669"/>
        <a:ext cx="13224" cy="13224"/>
      </dsp:txXfrm>
    </dsp:sp>
    <dsp:sp modelId="{6E5A0142-AA78-45CB-9841-AB2249D625F4}">
      <dsp:nvSpPr>
        <dsp:cNvPr id="0" name=""/>
        <dsp:cNvSpPr/>
      </dsp:nvSpPr>
      <dsp:spPr>
        <a:xfrm>
          <a:off x="8903634" y="5498288"/>
          <a:ext cx="264492" cy="251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246" y="0"/>
              </a:lnTo>
              <a:lnTo>
                <a:pt x="132246" y="251993"/>
              </a:lnTo>
              <a:lnTo>
                <a:pt x="264492" y="25199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9026748" y="5615152"/>
        <a:ext cx="18265" cy="18265"/>
      </dsp:txXfrm>
    </dsp:sp>
    <dsp:sp modelId="{BF6A7581-ED12-4820-B5CD-B7A419D8FE06}">
      <dsp:nvSpPr>
        <dsp:cNvPr id="0" name=""/>
        <dsp:cNvSpPr/>
      </dsp:nvSpPr>
      <dsp:spPr>
        <a:xfrm>
          <a:off x="10490589" y="5200574"/>
          <a:ext cx="2644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4492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10616223" y="5239682"/>
        <a:ext cx="13224" cy="13224"/>
      </dsp:txXfrm>
    </dsp:sp>
    <dsp:sp modelId="{949E51DE-E31E-424A-B33D-032F942A9575}">
      <dsp:nvSpPr>
        <dsp:cNvPr id="0" name=""/>
        <dsp:cNvSpPr/>
      </dsp:nvSpPr>
      <dsp:spPr>
        <a:xfrm>
          <a:off x="8903634" y="5246294"/>
          <a:ext cx="264492" cy="251993"/>
        </a:xfrm>
        <a:custGeom>
          <a:avLst/>
          <a:gdLst/>
          <a:ahLst/>
          <a:cxnLst/>
          <a:rect l="0" t="0" r="0" b="0"/>
          <a:pathLst>
            <a:path>
              <a:moveTo>
                <a:pt x="0" y="251993"/>
              </a:moveTo>
              <a:lnTo>
                <a:pt x="132246" y="251993"/>
              </a:lnTo>
              <a:lnTo>
                <a:pt x="132246" y="0"/>
              </a:lnTo>
              <a:lnTo>
                <a:pt x="264492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9026748" y="5363158"/>
        <a:ext cx="18265" cy="18265"/>
      </dsp:txXfrm>
    </dsp:sp>
    <dsp:sp modelId="{55173FB4-6291-4690-9692-707EABEAB368}">
      <dsp:nvSpPr>
        <dsp:cNvPr id="0" name=""/>
        <dsp:cNvSpPr/>
      </dsp:nvSpPr>
      <dsp:spPr>
        <a:xfrm>
          <a:off x="7316680" y="5389570"/>
          <a:ext cx="2644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32246" y="45720"/>
              </a:lnTo>
              <a:lnTo>
                <a:pt x="132246" y="108718"/>
              </a:lnTo>
              <a:lnTo>
                <a:pt x="264492" y="10871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442129" y="5428492"/>
        <a:ext cx="13594" cy="13594"/>
      </dsp:txXfrm>
    </dsp:sp>
    <dsp:sp modelId="{070923CC-892B-4935-83F9-AC52C8D6D4D8}">
      <dsp:nvSpPr>
        <dsp:cNvPr id="0" name=""/>
        <dsp:cNvSpPr/>
      </dsp:nvSpPr>
      <dsp:spPr>
        <a:xfrm>
          <a:off x="8903634" y="4112323"/>
          <a:ext cx="264492" cy="629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246" y="0"/>
              </a:lnTo>
              <a:lnTo>
                <a:pt x="132246" y="629983"/>
              </a:lnTo>
              <a:lnTo>
                <a:pt x="264492" y="62998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9018799" y="4410234"/>
        <a:ext cx="34162" cy="34162"/>
      </dsp:txXfrm>
    </dsp:sp>
    <dsp:sp modelId="{36970A07-1FEA-4C8A-B1AF-014FF733202A}">
      <dsp:nvSpPr>
        <dsp:cNvPr id="0" name=""/>
        <dsp:cNvSpPr/>
      </dsp:nvSpPr>
      <dsp:spPr>
        <a:xfrm>
          <a:off x="10490589" y="4192600"/>
          <a:ext cx="2644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4492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10616223" y="4231708"/>
        <a:ext cx="13224" cy="13224"/>
      </dsp:txXfrm>
    </dsp:sp>
    <dsp:sp modelId="{EFA6D4A5-BB87-44CF-9E0A-171B993A1184}">
      <dsp:nvSpPr>
        <dsp:cNvPr id="0" name=""/>
        <dsp:cNvSpPr/>
      </dsp:nvSpPr>
      <dsp:spPr>
        <a:xfrm>
          <a:off x="8903634" y="4112323"/>
          <a:ext cx="264492" cy="125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246" y="0"/>
              </a:lnTo>
              <a:lnTo>
                <a:pt x="132246" y="125996"/>
              </a:lnTo>
              <a:lnTo>
                <a:pt x="264492" y="12599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9028556" y="4167998"/>
        <a:ext cx="14648" cy="14648"/>
      </dsp:txXfrm>
    </dsp:sp>
    <dsp:sp modelId="{004A3D80-742D-4050-978E-865CE99FCA54}">
      <dsp:nvSpPr>
        <dsp:cNvPr id="0" name=""/>
        <dsp:cNvSpPr/>
      </dsp:nvSpPr>
      <dsp:spPr>
        <a:xfrm>
          <a:off x="10490589" y="3482339"/>
          <a:ext cx="264492" cy="251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246" y="0"/>
              </a:lnTo>
              <a:lnTo>
                <a:pt x="132246" y="251993"/>
              </a:lnTo>
              <a:lnTo>
                <a:pt x="264492" y="25199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10613702" y="3599203"/>
        <a:ext cx="18265" cy="18265"/>
      </dsp:txXfrm>
    </dsp:sp>
    <dsp:sp modelId="{716BD459-FD3E-42CB-A82A-7D4C8A2161EE}">
      <dsp:nvSpPr>
        <dsp:cNvPr id="0" name=""/>
        <dsp:cNvSpPr/>
      </dsp:nvSpPr>
      <dsp:spPr>
        <a:xfrm>
          <a:off x="10490589" y="3230346"/>
          <a:ext cx="264492" cy="251993"/>
        </a:xfrm>
        <a:custGeom>
          <a:avLst/>
          <a:gdLst/>
          <a:ahLst/>
          <a:cxnLst/>
          <a:rect l="0" t="0" r="0" b="0"/>
          <a:pathLst>
            <a:path>
              <a:moveTo>
                <a:pt x="0" y="251993"/>
              </a:moveTo>
              <a:lnTo>
                <a:pt x="132246" y="251993"/>
              </a:lnTo>
              <a:lnTo>
                <a:pt x="132246" y="0"/>
              </a:lnTo>
              <a:lnTo>
                <a:pt x="264492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10613702" y="3347210"/>
        <a:ext cx="18265" cy="18265"/>
      </dsp:txXfrm>
    </dsp:sp>
    <dsp:sp modelId="{5675C774-A74D-4654-8A8E-F4100D61F868}">
      <dsp:nvSpPr>
        <dsp:cNvPr id="0" name=""/>
        <dsp:cNvSpPr/>
      </dsp:nvSpPr>
      <dsp:spPr>
        <a:xfrm>
          <a:off x="8903634" y="3482339"/>
          <a:ext cx="264492" cy="629983"/>
        </a:xfrm>
        <a:custGeom>
          <a:avLst/>
          <a:gdLst/>
          <a:ahLst/>
          <a:cxnLst/>
          <a:rect l="0" t="0" r="0" b="0"/>
          <a:pathLst>
            <a:path>
              <a:moveTo>
                <a:pt x="0" y="629983"/>
              </a:moveTo>
              <a:lnTo>
                <a:pt x="132246" y="629983"/>
              </a:lnTo>
              <a:lnTo>
                <a:pt x="132246" y="0"/>
              </a:lnTo>
              <a:lnTo>
                <a:pt x="264492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9018799" y="3780250"/>
        <a:ext cx="34162" cy="34162"/>
      </dsp:txXfrm>
    </dsp:sp>
    <dsp:sp modelId="{7B022C26-8807-452B-A592-9F7D484E8D63}">
      <dsp:nvSpPr>
        <dsp:cNvPr id="0" name=""/>
        <dsp:cNvSpPr/>
      </dsp:nvSpPr>
      <dsp:spPr>
        <a:xfrm>
          <a:off x="7316680" y="4112323"/>
          <a:ext cx="264492" cy="1322966"/>
        </a:xfrm>
        <a:custGeom>
          <a:avLst/>
          <a:gdLst/>
          <a:ahLst/>
          <a:cxnLst/>
          <a:rect l="0" t="0" r="0" b="0"/>
          <a:pathLst>
            <a:path>
              <a:moveTo>
                <a:pt x="0" y="1322966"/>
              </a:moveTo>
              <a:lnTo>
                <a:pt x="132246" y="1322966"/>
              </a:lnTo>
              <a:lnTo>
                <a:pt x="132246" y="0"/>
              </a:lnTo>
              <a:lnTo>
                <a:pt x="264492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415197" y="4740078"/>
        <a:ext cx="67457" cy="67457"/>
      </dsp:txXfrm>
    </dsp:sp>
    <dsp:sp modelId="{787C2340-9370-4852-BBB3-1BB38A600E9C}">
      <dsp:nvSpPr>
        <dsp:cNvPr id="0" name=""/>
        <dsp:cNvSpPr/>
      </dsp:nvSpPr>
      <dsp:spPr>
        <a:xfrm>
          <a:off x="5729725" y="2946853"/>
          <a:ext cx="264492" cy="24884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246" y="0"/>
              </a:lnTo>
              <a:lnTo>
                <a:pt x="132246" y="2488436"/>
              </a:lnTo>
              <a:lnTo>
                <a:pt x="264492" y="248843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800" b="1" kern="1200"/>
        </a:p>
      </dsp:txBody>
      <dsp:txXfrm>
        <a:off x="5799410" y="4128510"/>
        <a:ext cx="125122" cy="125122"/>
      </dsp:txXfrm>
    </dsp:sp>
    <dsp:sp modelId="{3CA01373-494C-48F8-B671-154F5B09C6C9}">
      <dsp:nvSpPr>
        <dsp:cNvPr id="0" name=""/>
        <dsp:cNvSpPr/>
      </dsp:nvSpPr>
      <dsp:spPr>
        <a:xfrm>
          <a:off x="7316680" y="2474365"/>
          <a:ext cx="264492" cy="251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246" y="0"/>
              </a:lnTo>
              <a:lnTo>
                <a:pt x="132246" y="251993"/>
              </a:lnTo>
              <a:lnTo>
                <a:pt x="264492" y="25199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439793" y="2591229"/>
        <a:ext cx="18265" cy="18265"/>
      </dsp:txXfrm>
    </dsp:sp>
    <dsp:sp modelId="{F9827FC3-346E-4340-962C-A91603E74C1A}">
      <dsp:nvSpPr>
        <dsp:cNvPr id="0" name=""/>
        <dsp:cNvSpPr/>
      </dsp:nvSpPr>
      <dsp:spPr>
        <a:xfrm>
          <a:off x="7316680" y="2222372"/>
          <a:ext cx="264492" cy="251993"/>
        </a:xfrm>
        <a:custGeom>
          <a:avLst/>
          <a:gdLst/>
          <a:ahLst/>
          <a:cxnLst/>
          <a:rect l="0" t="0" r="0" b="0"/>
          <a:pathLst>
            <a:path>
              <a:moveTo>
                <a:pt x="0" y="251993"/>
              </a:moveTo>
              <a:lnTo>
                <a:pt x="132246" y="251993"/>
              </a:lnTo>
              <a:lnTo>
                <a:pt x="132246" y="0"/>
              </a:lnTo>
              <a:lnTo>
                <a:pt x="264492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439793" y="2339236"/>
        <a:ext cx="18265" cy="18265"/>
      </dsp:txXfrm>
    </dsp:sp>
    <dsp:sp modelId="{1032000F-4A83-4D18-8089-174D41BF952F}">
      <dsp:nvSpPr>
        <dsp:cNvPr id="0" name=""/>
        <dsp:cNvSpPr/>
      </dsp:nvSpPr>
      <dsp:spPr>
        <a:xfrm>
          <a:off x="5729725" y="2474365"/>
          <a:ext cx="264492" cy="472487"/>
        </a:xfrm>
        <a:custGeom>
          <a:avLst/>
          <a:gdLst/>
          <a:ahLst/>
          <a:cxnLst/>
          <a:rect l="0" t="0" r="0" b="0"/>
          <a:pathLst>
            <a:path>
              <a:moveTo>
                <a:pt x="0" y="472487"/>
              </a:moveTo>
              <a:lnTo>
                <a:pt x="132246" y="472487"/>
              </a:lnTo>
              <a:lnTo>
                <a:pt x="132246" y="0"/>
              </a:lnTo>
              <a:lnTo>
                <a:pt x="264492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5848434" y="2697072"/>
        <a:ext cx="27074" cy="27074"/>
      </dsp:txXfrm>
    </dsp:sp>
    <dsp:sp modelId="{717ECB1D-B379-4AAD-96C2-B690E87A7E2E}">
      <dsp:nvSpPr>
        <dsp:cNvPr id="0" name=""/>
        <dsp:cNvSpPr/>
      </dsp:nvSpPr>
      <dsp:spPr>
        <a:xfrm>
          <a:off x="7316680" y="1466391"/>
          <a:ext cx="264492" cy="251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246" y="0"/>
              </a:lnTo>
              <a:lnTo>
                <a:pt x="132246" y="251993"/>
              </a:lnTo>
              <a:lnTo>
                <a:pt x="264492" y="25199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439793" y="1583255"/>
        <a:ext cx="18265" cy="18265"/>
      </dsp:txXfrm>
    </dsp:sp>
    <dsp:sp modelId="{808F9BCD-19E5-4262-9908-A3B8EB172C71}">
      <dsp:nvSpPr>
        <dsp:cNvPr id="0" name=""/>
        <dsp:cNvSpPr/>
      </dsp:nvSpPr>
      <dsp:spPr>
        <a:xfrm>
          <a:off x="7316680" y="1214398"/>
          <a:ext cx="264492" cy="251993"/>
        </a:xfrm>
        <a:custGeom>
          <a:avLst/>
          <a:gdLst/>
          <a:ahLst/>
          <a:cxnLst/>
          <a:rect l="0" t="0" r="0" b="0"/>
          <a:pathLst>
            <a:path>
              <a:moveTo>
                <a:pt x="0" y="251993"/>
              </a:moveTo>
              <a:lnTo>
                <a:pt x="132246" y="251993"/>
              </a:lnTo>
              <a:lnTo>
                <a:pt x="132246" y="0"/>
              </a:lnTo>
              <a:lnTo>
                <a:pt x="264492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439793" y="1331261"/>
        <a:ext cx="18265" cy="18265"/>
      </dsp:txXfrm>
    </dsp:sp>
    <dsp:sp modelId="{F0BF6059-74BE-48E6-A924-E38020F89AC8}">
      <dsp:nvSpPr>
        <dsp:cNvPr id="0" name=""/>
        <dsp:cNvSpPr/>
      </dsp:nvSpPr>
      <dsp:spPr>
        <a:xfrm>
          <a:off x="5729725" y="1466391"/>
          <a:ext cx="264492" cy="1480462"/>
        </a:xfrm>
        <a:custGeom>
          <a:avLst/>
          <a:gdLst/>
          <a:ahLst/>
          <a:cxnLst/>
          <a:rect l="0" t="0" r="0" b="0"/>
          <a:pathLst>
            <a:path>
              <a:moveTo>
                <a:pt x="0" y="1480462"/>
              </a:moveTo>
              <a:lnTo>
                <a:pt x="132246" y="1480462"/>
              </a:lnTo>
              <a:lnTo>
                <a:pt x="132246" y="0"/>
              </a:lnTo>
              <a:lnTo>
                <a:pt x="264492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5824374" y="2169025"/>
        <a:ext cx="75195" cy="75195"/>
      </dsp:txXfrm>
    </dsp:sp>
    <dsp:sp modelId="{C7D25787-4C94-47BF-90C3-C7721603A092}">
      <dsp:nvSpPr>
        <dsp:cNvPr id="0" name=""/>
        <dsp:cNvSpPr/>
      </dsp:nvSpPr>
      <dsp:spPr>
        <a:xfrm>
          <a:off x="7316680" y="458417"/>
          <a:ext cx="264492" cy="251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246" y="0"/>
              </a:lnTo>
              <a:lnTo>
                <a:pt x="132246" y="251993"/>
              </a:lnTo>
              <a:lnTo>
                <a:pt x="264492" y="25199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439793" y="575281"/>
        <a:ext cx="18265" cy="18265"/>
      </dsp:txXfrm>
    </dsp:sp>
    <dsp:sp modelId="{8F67FE28-F10E-43A1-8B7E-BBC2C8CBA73F}">
      <dsp:nvSpPr>
        <dsp:cNvPr id="0" name=""/>
        <dsp:cNvSpPr/>
      </dsp:nvSpPr>
      <dsp:spPr>
        <a:xfrm>
          <a:off x="7316680" y="206423"/>
          <a:ext cx="264492" cy="251993"/>
        </a:xfrm>
        <a:custGeom>
          <a:avLst/>
          <a:gdLst/>
          <a:ahLst/>
          <a:cxnLst/>
          <a:rect l="0" t="0" r="0" b="0"/>
          <a:pathLst>
            <a:path>
              <a:moveTo>
                <a:pt x="0" y="251993"/>
              </a:moveTo>
              <a:lnTo>
                <a:pt x="132246" y="251993"/>
              </a:lnTo>
              <a:lnTo>
                <a:pt x="132246" y="0"/>
              </a:lnTo>
              <a:lnTo>
                <a:pt x="264492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b="1" kern="1200"/>
        </a:p>
      </dsp:txBody>
      <dsp:txXfrm>
        <a:off x="7439793" y="323287"/>
        <a:ext cx="18265" cy="18265"/>
      </dsp:txXfrm>
    </dsp:sp>
    <dsp:sp modelId="{1590E27F-5D25-4454-A4CC-CA98A68FE061}">
      <dsp:nvSpPr>
        <dsp:cNvPr id="0" name=""/>
        <dsp:cNvSpPr/>
      </dsp:nvSpPr>
      <dsp:spPr>
        <a:xfrm>
          <a:off x="5729725" y="458417"/>
          <a:ext cx="264492" cy="2488436"/>
        </a:xfrm>
        <a:custGeom>
          <a:avLst/>
          <a:gdLst/>
          <a:ahLst/>
          <a:cxnLst/>
          <a:rect l="0" t="0" r="0" b="0"/>
          <a:pathLst>
            <a:path>
              <a:moveTo>
                <a:pt x="0" y="2488436"/>
              </a:moveTo>
              <a:lnTo>
                <a:pt x="132246" y="2488436"/>
              </a:lnTo>
              <a:lnTo>
                <a:pt x="132246" y="0"/>
              </a:lnTo>
              <a:lnTo>
                <a:pt x="264492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800" b="1" kern="1200"/>
        </a:p>
      </dsp:txBody>
      <dsp:txXfrm>
        <a:off x="5799410" y="1640074"/>
        <a:ext cx="125122" cy="125122"/>
      </dsp:txXfrm>
    </dsp:sp>
    <dsp:sp modelId="{35F39FBA-5B06-4CE8-BAD9-3AED784146C9}">
      <dsp:nvSpPr>
        <dsp:cNvPr id="0" name=""/>
        <dsp:cNvSpPr/>
      </dsp:nvSpPr>
      <dsp:spPr>
        <a:xfrm rot="16200000">
          <a:off x="4467105" y="2745258"/>
          <a:ext cx="2122050" cy="403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600" b="1" kern="1200" dirty="0"/>
            <a:t>pandas</a:t>
          </a:r>
          <a:endParaRPr lang="zh-TW" altLang="en-US" sz="2600" b="1" kern="1200" dirty="0"/>
        </a:p>
      </dsp:txBody>
      <dsp:txXfrm>
        <a:off x="4467105" y="2745258"/>
        <a:ext cx="2122050" cy="403189"/>
      </dsp:txXfrm>
    </dsp:sp>
    <dsp:sp modelId="{2D84EBD9-EAAE-461C-BD5C-8D7D6493CA42}">
      <dsp:nvSpPr>
        <dsp:cNvPr id="0" name=""/>
        <dsp:cNvSpPr/>
      </dsp:nvSpPr>
      <dsp:spPr>
        <a:xfrm>
          <a:off x="5994218" y="256822"/>
          <a:ext cx="1322462" cy="4031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新增</a:t>
          </a:r>
          <a:endParaRPr lang="zh-TW" altLang="en-US" sz="1200" b="1" kern="1200" dirty="0"/>
        </a:p>
      </dsp:txBody>
      <dsp:txXfrm>
        <a:off x="5994218" y="256822"/>
        <a:ext cx="1322462" cy="403189"/>
      </dsp:txXfrm>
    </dsp:sp>
    <dsp:sp modelId="{F50116CB-518F-47C7-9DE8-64B3C88AF36E}">
      <dsp:nvSpPr>
        <dsp:cNvPr id="0" name=""/>
        <dsp:cNvSpPr/>
      </dsp:nvSpPr>
      <dsp:spPr>
        <a:xfrm>
          <a:off x="7581172" y="4829"/>
          <a:ext cx="1322462" cy="403189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新增欄位，新增列</a:t>
          </a:r>
          <a:endParaRPr lang="zh-TW" altLang="en-US" sz="1200" b="1" kern="1200" dirty="0"/>
        </a:p>
      </dsp:txBody>
      <dsp:txXfrm>
        <a:off x="7581172" y="4829"/>
        <a:ext cx="1322462" cy="403189"/>
      </dsp:txXfrm>
    </dsp:sp>
    <dsp:sp modelId="{049E5A5B-A91D-43EA-AE69-5697E2C74789}">
      <dsp:nvSpPr>
        <dsp:cNvPr id="0" name=""/>
        <dsp:cNvSpPr/>
      </dsp:nvSpPr>
      <dsp:spPr>
        <a:xfrm>
          <a:off x="7581172" y="508816"/>
          <a:ext cx="1322462" cy="403189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資料合併</a:t>
          </a:r>
          <a:endParaRPr lang="zh-TW" altLang="en-US" sz="1200" b="1" kern="1200" dirty="0"/>
        </a:p>
      </dsp:txBody>
      <dsp:txXfrm>
        <a:off x="7581172" y="508816"/>
        <a:ext cx="1322462" cy="403189"/>
      </dsp:txXfrm>
    </dsp:sp>
    <dsp:sp modelId="{0AC200E6-F4AA-4229-B13C-6D233047902B}">
      <dsp:nvSpPr>
        <dsp:cNvPr id="0" name=""/>
        <dsp:cNvSpPr/>
      </dsp:nvSpPr>
      <dsp:spPr>
        <a:xfrm>
          <a:off x="5994218" y="1264796"/>
          <a:ext cx="1322462" cy="4031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修改</a:t>
          </a:r>
          <a:endParaRPr lang="zh-TW" altLang="en-US" sz="1200" b="1" kern="1200" dirty="0"/>
        </a:p>
      </dsp:txBody>
      <dsp:txXfrm>
        <a:off x="5994218" y="1264796"/>
        <a:ext cx="1322462" cy="403189"/>
      </dsp:txXfrm>
    </dsp:sp>
    <dsp:sp modelId="{21C91BED-67FC-4B27-9EE2-62E410771FBD}">
      <dsp:nvSpPr>
        <dsp:cNvPr id="0" name=""/>
        <dsp:cNvSpPr/>
      </dsp:nvSpPr>
      <dsp:spPr>
        <a:xfrm>
          <a:off x="7581172" y="1012803"/>
          <a:ext cx="1322462" cy="403189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修改欄位，修改列</a:t>
          </a:r>
          <a:endParaRPr lang="zh-TW" altLang="en-US" sz="1200" b="1" kern="1200" dirty="0"/>
        </a:p>
      </dsp:txBody>
      <dsp:txXfrm>
        <a:off x="7581172" y="1012803"/>
        <a:ext cx="1322462" cy="403189"/>
      </dsp:txXfrm>
    </dsp:sp>
    <dsp:sp modelId="{960284E2-21B5-4EEF-A130-E30E420BA851}">
      <dsp:nvSpPr>
        <dsp:cNvPr id="0" name=""/>
        <dsp:cNvSpPr/>
      </dsp:nvSpPr>
      <dsp:spPr>
        <a:xfrm>
          <a:off x="7581172" y="1516790"/>
          <a:ext cx="1322462" cy="403189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修改缺值</a:t>
          </a:r>
          <a:endParaRPr lang="zh-TW" altLang="en-US" sz="1200" b="1" kern="1200" dirty="0"/>
        </a:p>
      </dsp:txBody>
      <dsp:txXfrm>
        <a:off x="7581172" y="1516790"/>
        <a:ext cx="1322462" cy="403189"/>
      </dsp:txXfrm>
    </dsp:sp>
    <dsp:sp modelId="{D5255625-2276-4C7B-B9FC-8679B4B25DE6}">
      <dsp:nvSpPr>
        <dsp:cNvPr id="0" name=""/>
        <dsp:cNvSpPr/>
      </dsp:nvSpPr>
      <dsp:spPr>
        <a:xfrm>
          <a:off x="5994218" y="2272770"/>
          <a:ext cx="1322462" cy="4031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刪除</a:t>
          </a:r>
          <a:endParaRPr lang="zh-TW" altLang="en-US" sz="1200" b="1" kern="1200" dirty="0"/>
        </a:p>
      </dsp:txBody>
      <dsp:txXfrm>
        <a:off x="5994218" y="2272770"/>
        <a:ext cx="1322462" cy="403189"/>
      </dsp:txXfrm>
    </dsp:sp>
    <dsp:sp modelId="{3654CC79-9D37-4970-8E3D-1937C3875BB1}">
      <dsp:nvSpPr>
        <dsp:cNvPr id="0" name=""/>
        <dsp:cNvSpPr/>
      </dsp:nvSpPr>
      <dsp:spPr>
        <a:xfrm>
          <a:off x="7581172" y="2020777"/>
          <a:ext cx="1322462" cy="403189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刪除欄位，刪除列</a:t>
          </a:r>
          <a:endParaRPr lang="zh-TW" altLang="en-US" sz="1200" b="1" kern="1200" dirty="0"/>
        </a:p>
      </dsp:txBody>
      <dsp:txXfrm>
        <a:off x="7581172" y="2020777"/>
        <a:ext cx="1322462" cy="403189"/>
      </dsp:txXfrm>
    </dsp:sp>
    <dsp:sp modelId="{C26E1C24-9D93-4398-8C91-985C40354D79}">
      <dsp:nvSpPr>
        <dsp:cNvPr id="0" name=""/>
        <dsp:cNvSpPr/>
      </dsp:nvSpPr>
      <dsp:spPr>
        <a:xfrm>
          <a:off x="7581172" y="2524764"/>
          <a:ext cx="1322462" cy="403189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刪除缺值</a:t>
          </a:r>
          <a:endParaRPr lang="zh-TW" altLang="en-US" sz="1200" b="1" kern="1200" dirty="0"/>
        </a:p>
      </dsp:txBody>
      <dsp:txXfrm>
        <a:off x="7581172" y="2524764"/>
        <a:ext cx="1322462" cy="403189"/>
      </dsp:txXfrm>
    </dsp:sp>
    <dsp:sp modelId="{DBC5C04B-39E5-471F-9C29-D4D99BD729E8}">
      <dsp:nvSpPr>
        <dsp:cNvPr id="0" name=""/>
        <dsp:cNvSpPr/>
      </dsp:nvSpPr>
      <dsp:spPr>
        <a:xfrm>
          <a:off x="5994218" y="5233695"/>
          <a:ext cx="1322462" cy="4031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查詢</a:t>
          </a:r>
          <a:endParaRPr lang="zh-TW" altLang="en-US" sz="1200" b="1" kern="1200" dirty="0"/>
        </a:p>
      </dsp:txBody>
      <dsp:txXfrm>
        <a:off x="5994218" y="5233695"/>
        <a:ext cx="1322462" cy="403189"/>
      </dsp:txXfrm>
    </dsp:sp>
    <dsp:sp modelId="{05D85CD4-BC52-445D-8135-A6AE0C87FB5B}">
      <dsp:nvSpPr>
        <dsp:cNvPr id="0" name=""/>
        <dsp:cNvSpPr/>
      </dsp:nvSpPr>
      <dsp:spPr>
        <a:xfrm>
          <a:off x="7581172" y="3910729"/>
          <a:ext cx="1322462" cy="40318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查詢</a:t>
          </a:r>
          <a:endParaRPr lang="zh-TW" altLang="en-US" sz="1200" b="1" kern="1200" dirty="0"/>
        </a:p>
      </dsp:txBody>
      <dsp:txXfrm>
        <a:off x="7581172" y="3910729"/>
        <a:ext cx="1322462" cy="403189"/>
      </dsp:txXfrm>
    </dsp:sp>
    <dsp:sp modelId="{F793FC48-B0B3-4C1E-8C7E-3D22D89010B0}">
      <dsp:nvSpPr>
        <dsp:cNvPr id="0" name=""/>
        <dsp:cNvSpPr/>
      </dsp:nvSpPr>
      <dsp:spPr>
        <a:xfrm>
          <a:off x="9168127" y="3280745"/>
          <a:ext cx="1322462" cy="403189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條件查詢</a:t>
          </a:r>
          <a:endParaRPr lang="zh-TW" altLang="en-US" sz="1200" b="1" kern="1200" dirty="0"/>
        </a:p>
      </dsp:txBody>
      <dsp:txXfrm>
        <a:off x="9168127" y="3280745"/>
        <a:ext cx="1322462" cy="403189"/>
      </dsp:txXfrm>
    </dsp:sp>
    <dsp:sp modelId="{87DFBFBA-9C84-487B-8E54-D44ECA165587}">
      <dsp:nvSpPr>
        <dsp:cNvPr id="0" name=""/>
        <dsp:cNvSpPr/>
      </dsp:nvSpPr>
      <dsp:spPr>
        <a:xfrm>
          <a:off x="10755081" y="3028751"/>
          <a:ext cx="1322462" cy="403189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二步驟條件查詢</a:t>
          </a:r>
          <a:endParaRPr lang="zh-TW" altLang="en-US" sz="1200" b="1" kern="1200" dirty="0"/>
        </a:p>
      </dsp:txBody>
      <dsp:txXfrm>
        <a:off x="10755081" y="3028751"/>
        <a:ext cx="1322462" cy="403189"/>
      </dsp:txXfrm>
    </dsp:sp>
    <dsp:sp modelId="{A723F219-5BD4-4EC2-9E09-73E9AE062AE5}">
      <dsp:nvSpPr>
        <dsp:cNvPr id="0" name=""/>
        <dsp:cNvSpPr/>
      </dsp:nvSpPr>
      <dsp:spPr>
        <a:xfrm>
          <a:off x="10755081" y="3532738"/>
          <a:ext cx="1322462" cy="403189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 err="1"/>
            <a:t>Df.query</a:t>
          </a:r>
          <a:r>
            <a:rPr lang="en-US" altLang="zh-CN" sz="1200" b="1" kern="1200" dirty="0"/>
            <a:t>()</a:t>
          </a:r>
          <a:endParaRPr lang="zh-TW" altLang="en-US" sz="1200" b="1" kern="1200" dirty="0"/>
        </a:p>
      </dsp:txBody>
      <dsp:txXfrm>
        <a:off x="10755081" y="3532738"/>
        <a:ext cx="1322462" cy="403189"/>
      </dsp:txXfrm>
    </dsp:sp>
    <dsp:sp modelId="{846CF96E-0562-414A-BDF2-C2AFC4984D7C}">
      <dsp:nvSpPr>
        <dsp:cNvPr id="0" name=""/>
        <dsp:cNvSpPr/>
      </dsp:nvSpPr>
      <dsp:spPr>
        <a:xfrm>
          <a:off x="9168127" y="4036725"/>
          <a:ext cx="1322462" cy="403189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關鍵字查詢</a:t>
          </a:r>
          <a:endParaRPr lang="zh-TW" altLang="en-US" sz="1200" b="1" kern="1200" dirty="0"/>
        </a:p>
      </dsp:txBody>
      <dsp:txXfrm>
        <a:off x="9168127" y="4036725"/>
        <a:ext cx="1322462" cy="403189"/>
      </dsp:txXfrm>
    </dsp:sp>
    <dsp:sp modelId="{F7DADEAC-C53E-4E25-94FB-F1F6BC6A9C40}">
      <dsp:nvSpPr>
        <dsp:cNvPr id="0" name=""/>
        <dsp:cNvSpPr/>
      </dsp:nvSpPr>
      <dsp:spPr>
        <a:xfrm>
          <a:off x="10755081" y="4036725"/>
          <a:ext cx="1322462" cy="403189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.</a:t>
          </a:r>
          <a:r>
            <a:rPr lang="en-US" sz="1200" b="1" i="0" kern="1200" dirty="0" err="1"/>
            <a:t>str.contains</a:t>
          </a:r>
          <a:r>
            <a:rPr lang="en-US" sz="1200" b="1" i="0" kern="1200" dirty="0"/>
            <a:t>()</a:t>
          </a:r>
          <a:endParaRPr lang="zh-TW" altLang="en-US" sz="1200" b="1" kern="1200" dirty="0"/>
        </a:p>
      </dsp:txBody>
      <dsp:txXfrm>
        <a:off x="10755081" y="4036725"/>
        <a:ext cx="1322462" cy="403189"/>
      </dsp:txXfrm>
    </dsp:sp>
    <dsp:sp modelId="{D0A91FB5-D073-4453-BFBA-B51D82271F6B}">
      <dsp:nvSpPr>
        <dsp:cNvPr id="0" name=""/>
        <dsp:cNvSpPr/>
      </dsp:nvSpPr>
      <dsp:spPr>
        <a:xfrm>
          <a:off x="9168127" y="4540712"/>
          <a:ext cx="1322462" cy="403189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排序查詢</a:t>
          </a:r>
          <a:endParaRPr lang="zh-TW" altLang="en-US" sz="1200" b="1" kern="1200" dirty="0"/>
        </a:p>
      </dsp:txBody>
      <dsp:txXfrm>
        <a:off x="9168127" y="4540712"/>
        <a:ext cx="1322462" cy="403189"/>
      </dsp:txXfrm>
    </dsp:sp>
    <dsp:sp modelId="{4108B0E5-3168-4145-A2EE-B6C482495257}">
      <dsp:nvSpPr>
        <dsp:cNvPr id="0" name=""/>
        <dsp:cNvSpPr/>
      </dsp:nvSpPr>
      <dsp:spPr>
        <a:xfrm>
          <a:off x="7581172" y="5296693"/>
          <a:ext cx="1322462" cy="40318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計算</a:t>
          </a:r>
          <a:endParaRPr lang="zh-TW" altLang="en-US" sz="1200" b="1" kern="1200" dirty="0"/>
        </a:p>
      </dsp:txBody>
      <dsp:txXfrm>
        <a:off x="7581172" y="5296693"/>
        <a:ext cx="1322462" cy="403189"/>
      </dsp:txXfrm>
    </dsp:sp>
    <dsp:sp modelId="{29078559-FA36-4C39-B4C3-76B7B997981E}">
      <dsp:nvSpPr>
        <dsp:cNvPr id="0" name=""/>
        <dsp:cNvSpPr/>
      </dsp:nvSpPr>
      <dsp:spPr>
        <a:xfrm>
          <a:off x="9168127" y="5044700"/>
          <a:ext cx="1322462" cy="403189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/>
            <a:t>Axis</a:t>
          </a:r>
          <a:r>
            <a:rPr lang="zh-CN" altLang="en-US" sz="1200" b="1" kern="1200" dirty="0"/>
            <a:t>，欄計算，</a:t>
          </a:r>
          <a:br>
            <a:rPr lang="en-US" altLang="zh-CN" sz="1200" b="1" kern="1200" dirty="0"/>
          </a:br>
          <a:r>
            <a:rPr lang="zh-CN" altLang="en-US" sz="1200" b="1" kern="1200" dirty="0"/>
            <a:t>列計算</a:t>
          </a:r>
          <a:endParaRPr lang="zh-TW" altLang="en-US" sz="1200" b="1" kern="1200" dirty="0"/>
        </a:p>
      </dsp:txBody>
      <dsp:txXfrm>
        <a:off x="9168127" y="5044700"/>
        <a:ext cx="1322462" cy="403189"/>
      </dsp:txXfrm>
    </dsp:sp>
    <dsp:sp modelId="{52F87042-8242-49A2-AF5F-CF960EAF18B1}">
      <dsp:nvSpPr>
        <dsp:cNvPr id="0" name=""/>
        <dsp:cNvSpPr/>
      </dsp:nvSpPr>
      <dsp:spPr>
        <a:xfrm>
          <a:off x="10755081" y="5044700"/>
          <a:ext cx="1322462" cy="403189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max</a:t>
          </a:r>
          <a:r>
            <a:rPr lang="zh-CN" altLang="en-US" sz="1200" kern="1200" dirty="0"/>
            <a:t>，</a:t>
          </a:r>
          <a:r>
            <a:rPr lang="en-US" altLang="zh-CN" sz="1200" kern="1200" dirty="0"/>
            <a:t>min</a:t>
          </a:r>
          <a:r>
            <a:rPr lang="zh-CN" altLang="en-US" sz="1200" kern="1200" dirty="0"/>
            <a:t>，</a:t>
          </a:r>
          <a:r>
            <a:rPr lang="en-US" altLang="zh-CN" sz="1200" kern="1200" dirty="0"/>
            <a:t>mean</a:t>
          </a:r>
          <a:r>
            <a:rPr lang="zh-CN" altLang="en-US" sz="1200" kern="1200" dirty="0"/>
            <a:t>，</a:t>
          </a:r>
          <a:r>
            <a:rPr lang="en-US" altLang="zh-CN" sz="1200" kern="1200" dirty="0"/>
            <a:t>sum, std</a:t>
          </a:r>
          <a:r>
            <a:rPr lang="zh-TW" altLang="zh-CN" sz="1200" kern="1200" dirty="0"/>
            <a:t>，</a:t>
          </a:r>
          <a:r>
            <a:rPr lang="en-US" altLang="zh-CN" sz="1200" kern="1200" dirty="0"/>
            <a:t>median</a:t>
          </a:r>
          <a:endParaRPr lang="zh-TW" altLang="en-US" sz="1200" kern="1200" dirty="0"/>
        </a:p>
      </dsp:txBody>
      <dsp:txXfrm>
        <a:off x="10755081" y="5044700"/>
        <a:ext cx="1322462" cy="403189"/>
      </dsp:txXfrm>
    </dsp:sp>
    <dsp:sp modelId="{63CC58FB-8F38-451E-8314-235302411DF0}">
      <dsp:nvSpPr>
        <dsp:cNvPr id="0" name=""/>
        <dsp:cNvSpPr/>
      </dsp:nvSpPr>
      <dsp:spPr>
        <a:xfrm>
          <a:off x="9168127" y="5548687"/>
          <a:ext cx="1322462" cy="403189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儲存格計算</a:t>
          </a:r>
          <a:endParaRPr lang="zh-TW" altLang="en-US" sz="1200" b="1" kern="1200" dirty="0"/>
        </a:p>
      </dsp:txBody>
      <dsp:txXfrm>
        <a:off x="9168127" y="5548687"/>
        <a:ext cx="1322462" cy="403189"/>
      </dsp:txXfrm>
    </dsp:sp>
    <dsp:sp modelId="{39716EE5-5A7F-49E7-A32B-A55A4AE9043E}">
      <dsp:nvSpPr>
        <dsp:cNvPr id="0" name=""/>
        <dsp:cNvSpPr/>
      </dsp:nvSpPr>
      <dsp:spPr>
        <a:xfrm>
          <a:off x="10755081" y="5548687"/>
          <a:ext cx="1322462" cy="403189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 err="1"/>
            <a:t>map,applymap,apply</a:t>
          </a:r>
          <a:r>
            <a:rPr lang="zh-TW" altLang="en-US" sz="1200" kern="1200" dirty="0"/>
            <a:t>迴圈計算</a:t>
          </a:r>
        </a:p>
      </dsp:txBody>
      <dsp:txXfrm>
        <a:off x="10755081" y="5548687"/>
        <a:ext cx="1322462" cy="403189"/>
      </dsp:txXfrm>
    </dsp:sp>
    <dsp:sp modelId="{CC5FAF37-A0C3-4540-A8E6-DE77FA694B65}">
      <dsp:nvSpPr>
        <dsp:cNvPr id="0" name=""/>
        <dsp:cNvSpPr/>
      </dsp:nvSpPr>
      <dsp:spPr>
        <a:xfrm>
          <a:off x="7581172" y="6052674"/>
          <a:ext cx="1322462" cy="40318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分析</a:t>
          </a:r>
          <a:endParaRPr lang="zh-TW" altLang="en-US" sz="1200" b="1" kern="1200" dirty="0"/>
        </a:p>
      </dsp:txBody>
      <dsp:txXfrm>
        <a:off x="7581172" y="6052674"/>
        <a:ext cx="1322462" cy="403189"/>
      </dsp:txXfrm>
    </dsp:sp>
    <dsp:sp modelId="{C786B6A3-C068-4165-9A31-F2780D758C97}">
      <dsp:nvSpPr>
        <dsp:cNvPr id="0" name=""/>
        <dsp:cNvSpPr/>
      </dsp:nvSpPr>
      <dsp:spPr>
        <a:xfrm>
          <a:off x="9168127" y="6052674"/>
          <a:ext cx="1322462" cy="403189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交叉分析表</a:t>
          </a:r>
          <a:endParaRPr lang="zh-TW" altLang="en-US" sz="1200" b="1" kern="1200" dirty="0"/>
        </a:p>
      </dsp:txBody>
      <dsp:txXfrm>
        <a:off x="9168127" y="6052674"/>
        <a:ext cx="1322462" cy="403189"/>
      </dsp:txXfrm>
    </dsp:sp>
    <dsp:sp modelId="{4C1D4385-EDA6-4C7D-A56A-9A9065402F2D}">
      <dsp:nvSpPr>
        <dsp:cNvPr id="0" name=""/>
        <dsp:cNvSpPr/>
      </dsp:nvSpPr>
      <dsp:spPr>
        <a:xfrm>
          <a:off x="7581172" y="6556661"/>
          <a:ext cx="1322462" cy="40318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視覺化</a:t>
          </a:r>
          <a:endParaRPr lang="zh-TW" altLang="en-US" sz="1200" b="1" kern="1200" dirty="0"/>
        </a:p>
      </dsp:txBody>
      <dsp:txXfrm>
        <a:off x="7581172" y="6556661"/>
        <a:ext cx="1322462" cy="4031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D0E13-F61F-4D89-8AAF-3DC00BAF8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3F1625F-A3D9-4E03-B75D-5F1FA08C9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56A5E7-854B-49B6-854F-3875109AF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3BFF10-395F-466A-986F-C33CCC81E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1A0910-0AE6-494A-B19E-0C894E55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009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D13726-2A2D-4CD3-881E-20BC7E5BE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9FF802-40DE-4415-974E-92A2D7582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028557-0563-431D-9F6F-19710EEA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8D2FB1-0B93-47D9-AF9D-D80FA718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CB1A78-68A9-498D-ADA2-8EB7BE89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420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523AC5-1A5C-4FEC-A324-8D93BF99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412253-C78A-4E7C-92BB-A81E212D5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8C29FE2-1336-40D0-A4EE-DF9926F8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4BF49-BCE9-4363-A11F-D105B7CE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38CA1F-CB9B-4388-A149-D8F98C3B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840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E0D57-82F5-4D71-9874-E351C377C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5D3127-F9EB-4490-9355-839A451D8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A3760F-3601-47F4-8F6D-3C2D3785F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6981CD-1398-4710-8171-96BA3379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799701-14C5-4502-80F7-098363F1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4BB443-05D7-4D10-96EA-E35EA78E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79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614C4E-2137-43D2-B667-445BAC49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04C6AF-9BAA-4DCA-A926-720EB60AA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3C890A-867E-4F02-9F72-077A9F9A9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FA701DE-696B-4BD5-A4AA-64474B157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04E9571-A2F0-42BD-A1AB-4ADBB7845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29665BA-BCEF-4409-A667-63034DF7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E685825-DA97-488B-BF8B-ED0B77B0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8B4059F-FD3F-4801-A823-3B1FB815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371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ABBCA6-42BE-4622-9F2D-DCB92BB9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2DD5A8-984B-419C-9A89-2ED58284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E494403-5D53-46D5-983B-DC0542BF0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7C12B4-8862-426A-8935-09F0E5A9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8609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FAE7B2E-B27D-48C2-83EC-40B2C2DA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173938D-FFD6-4A97-939D-8387B82D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162C30-4908-4E10-BED1-0151BA37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727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D7B106-227D-4D7D-92CD-EBD8BBF10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9CEEF2-39F9-4F3A-B52E-19FB2EB9D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80FB855-74F0-47D9-9BA8-2E60E1AB5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E299BC-231E-44A2-AC77-FD703F39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4994EE-0DE8-47F7-A762-2D2651F0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38EC46-5B2A-445D-855E-E20042B2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530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64F861-B9D5-4075-97E6-E8D0E827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2104498-1B79-4206-9D02-81709CECC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5DCD90-D599-4F8E-B488-C2EC2B0B4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05088C-15E0-41DB-AE2A-8EA79885E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5AE46E-9895-44BA-B6CF-83558361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5C3C4E-7404-4735-83A2-5FDFDA3E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28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24150-13DE-42EC-BE5A-5B9976D03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B7DD6ED-5EB5-4910-BA7F-4FEBFB2B8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6EA3F5-4631-447A-8CC3-66934DD4F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0897DD-FFC3-4AB1-9CA7-31CEB7053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5BC094-3F3C-483E-AA3C-5EE26B03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589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ACD9DF6-FF88-454C-B0D2-DBDB59C0D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478EC38-AA35-470E-8353-4977C7B5C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796095-6960-4C3B-8AC5-3CFA3091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467C33-9B1C-442C-9B6A-A4EEECEF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6BECC7-0B7A-4544-9EA1-23389E61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73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FFDBEE1-699F-4866-9D80-8DF7B7611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D8B42D-CD83-4869-848F-D435476DD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7F7D8D-F2BC-452D-86CD-9D0AAEF0B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73483-E637-4161-B4F0-0AB90741EA37}" type="datetimeFigureOut">
              <a:rPr lang="zh-TW" altLang="en-US" smtClean="0"/>
              <a:t>2023/3/5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41765E-8C24-416C-B66D-5066AE6F4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AF60EF-A080-44BC-ABD8-408A2C748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1DA5E-3BA2-4B5C-801A-6EC137A8BA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06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F2EB51D2-E32A-4338-B0F6-CB6464ECFC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400603"/>
              </p:ext>
            </p:extLst>
          </p:nvPr>
        </p:nvGraphicFramePr>
        <p:xfrm>
          <a:off x="-1828800" y="0"/>
          <a:ext cx="17404080" cy="6964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321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80</Words>
  <Application>Microsoft Office PowerPoint</Application>
  <PresentationFormat>寬螢幕</PresentationFormat>
  <Paragraphs>26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ccwtsu@outlook.com</dc:creator>
  <cp:lastModifiedBy>ccwtsu@outlook.com</cp:lastModifiedBy>
  <cp:revision>7</cp:revision>
  <dcterms:created xsi:type="dcterms:W3CDTF">2023-03-05T03:42:16Z</dcterms:created>
  <dcterms:modified xsi:type="dcterms:W3CDTF">2023-03-05T04:36:18Z</dcterms:modified>
</cp:coreProperties>
</file>